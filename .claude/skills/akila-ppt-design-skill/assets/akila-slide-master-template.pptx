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53" r:id="rId1"/>
    <p:sldMasterId id="2147483660" r:id="rId2"/>
    <p:sldMasterId id="2147483674" r:id="rId3"/>
  </p:sldMasterIdLst>
  <p:notesMasterIdLst>
    <p:notesMasterId r:id="rId3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8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zh-CN">
        <a:latin typeface="Clarity City"/>
        <a:ea typeface="OPPOSans R"/>
        <a:cs typeface="OPPOSans R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Clarity City"/>
        <a:ea typeface="OPPOSans R"/>
        <a:cs typeface="OPPOSans R"/>
      </a:defRPr>
    </a:lvl9pPr>
  </p:defaultTextStyle>
  <p:extLst>
    <p:ext uri="{EFAFB233-063F-42B5-8137-9DF3F51BA10A}">
      <ns3:sldGuideLst>
        <ns3:guide id="1" orient="horz" pos="164">
          <ns3:clr>
            <a:srgbClr val="A4A3A4"/>
          </ns3:clr>
        </ns3:guide>
        <ns3:guide id="2" pos="7129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ns2="http://schemas.microsoft.com/office/powerpoint/2010/main" xmlns:ns3="http://schemas.microsoft.com/office/powerpoint/2012/main" xmlns:p="http://schemas.openxmlformats.org/presentationml/2006/main">
  <p:clrMru>
    <a:srgbClr val="1E2856"/>
    <a:srgbClr val="7F7F7F"/>
    <a:srgbClr val="45C5CC"/>
    <a:srgbClr val="4162EB"/>
    <a:srgbClr val="D7DEFB"/>
    <a:srgbClr val="ECF2FF"/>
    <a:srgbClr val="F0FAFF"/>
    <a:srgbClr val="ADB8CF"/>
    <a:srgbClr val="B523B9"/>
    <a:srgbClr val="F8F8FD"/>
  </p:clrMru>
  <p:extLst>
    <p:ext uri="{E76CE94A-603C-4142-B9EB-6D1370010A27}">
      <ns2:discardImageEditData val="0"/>
    </p:ext>
    <p:ext uri="{D31A062A-798A-4329-ABDD-BBA856620510}">
      <ns2:defaultImageDpi val="32767"/>
    </p:ext>
    <p:ext uri="{FD5EFAAD-0ECE-453E-9831-46B23BE46B34}">
      <ns3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>
        <p:guide orient="horz" pos="164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3" Type="http://schemas.openxmlformats.org/officeDocument/2006/relationships/slide" Target="slides/slide10.xml" /><ns0:Relationship Id="rId18" Type="http://schemas.openxmlformats.org/officeDocument/2006/relationships/slide" Target="slides/slide15.xml" /><ns0:Relationship Id="rId26" Type="http://schemas.openxmlformats.org/officeDocument/2006/relationships/slide" Target="slides/slide23.xml" /><ns0:Relationship Id="rId3" Type="http://schemas.openxmlformats.org/officeDocument/2006/relationships/slideMaster" Target="slideMasters/slideMaster3.xml" /><ns0:Relationship Id="rId21" Type="http://schemas.openxmlformats.org/officeDocument/2006/relationships/slide" Target="slides/slide18.xml" /><ns0:Relationship Id="rId34" Type="http://schemas.openxmlformats.org/officeDocument/2006/relationships/customXml" Target="../customXml/item1.xml" /><ns0:Relationship Id="rId7" Type="http://schemas.openxmlformats.org/officeDocument/2006/relationships/slide" Target="slides/slide4.xml" /><ns0:Relationship Id="rId12" Type="http://schemas.openxmlformats.org/officeDocument/2006/relationships/slide" Target="slides/slide9.xml" /><ns0:Relationship Id="rId17" Type="http://schemas.openxmlformats.org/officeDocument/2006/relationships/slide" Target="slides/slide14.xml" /><ns0:Relationship Id="rId25" Type="http://schemas.openxmlformats.org/officeDocument/2006/relationships/slide" Target="slides/slide22.xml" /><ns0:Relationship Id="rId33" Type="http://schemas.openxmlformats.org/officeDocument/2006/relationships/tableStyles" Target="tableStyles.xml" /><ns0:Relationship Id="rId2" Type="http://schemas.openxmlformats.org/officeDocument/2006/relationships/slideMaster" Target="slideMasters/slideMaster2.xml" /><ns0:Relationship Id="rId16" Type="http://schemas.openxmlformats.org/officeDocument/2006/relationships/slide" Target="slides/slide13.xml" /><ns0:Relationship Id="rId20" Type="http://schemas.openxmlformats.org/officeDocument/2006/relationships/slide" Target="slides/slide17.xml" /><ns0:Relationship Id="rId29" Type="http://schemas.openxmlformats.org/officeDocument/2006/relationships/slide" Target="slides/slide26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3.xml" /><ns0:Relationship Id="rId11" Type="http://schemas.openxmlformats.org/officeDocument/2006/relationships/slide" Target="slides/slide8.xml" /><ns0:Relationship Id="rId24" Type="http://schemas.openxmlformats.org/officeDocument/2006/relationships/slide" Target="slides/slide21.xml" /><ns0:Relationship Id="rId32" Type="http://schemas.openxmlformats.org/officeDocument/2006/relationships/theme" Target="theme/theme1.xml" /><ns0:Relationship Id="rId5" Type="http://schemas.openxmlformats.org/officeDocument/2006/relationships/slide" Target="slides/slide2.xml" /><ns0:Relationship Id="rId15" Type="http://schemas.openxmlformats.org/officeDocument/2006/relationships/slide" Target="slides/slide12.xml" /><ns0:Relationship Id="rId23" Type="http://schemas.openxmlformats.org/officeDocument/2006/relationships/slide" Target="slides/slide20.xml" /><ns0:Relationship Id="rId28" Type="http://schemas.openxmlformats.org/officeDocument/2006/relationships/slide" Target="slides/slide25.xml" /><ns0:Relationship Id="rId36" Type="http://schemas.openxmlformats.org/officeDocument/2006/relationships/customXml" Target="../customXml/item3.xml" /><ns0:Relationship Id="rId10" Type="http://schemas.openxmlformats.org/officeDocument/2006/relationships/slide" Target="slides/slide7.xml" /><ns0:Relationship Id="rId19" Type="http://schemas.openxmlformats.org/officeDocument/2006/relationships/slide" Target="slides/slide16.xml" /><ns0:Relationship Id="rId31" Type="http://schemas.openxmlformats.org/officeDocument/2006/relationships/viewProps" Target="viewProps.xml" /><ns0:Relationship Id="rId4" Type="http://schemas.openxmlformats.org/officeDocument/2006/relationships/slide" Target="slides/slide1.xml" /><ns0:Relationship Id="rId9" Type="http://schemas.openxmlformats.org/officeDocument/2006/relationships/slide" Target="slides/slide6.xml" /><ns0:Relationship Id="rId14" Type="http://schemas.openxmlformats.org/officeDocument/2006/relationships/slide" Target="slides/slide11.xml" /><ns0:Relationship Id="rId22" Type="http://schemas.openxmlformats.org/officeDocument/2006/relationships/slide" Target="slides/slide19.xml" /><ns0:Relationship Id="rId27" Type="http://schemas.openxmlformats.org/officeDocument/2006/relationships/slide" Target="slides/slide24.xml" /><ns0:Relationship Id="rId30" Type="http://schemas.openxmlformats.org/officeDocument/2006/relationships/presProps" Target="presProps.xml" /><ns0:Relationship Id="rId35" Type="http://schemas.openxmlformats.org/officeDocument/2006/relationships/customXml" Target="../customXml/item2.xml" /><ns0:Relationship Id="rId8" Type="http://schemas.openxmlformats.org/officeDocument/2006/relationships/slide" Target="slides/slide5.xml" /><ns0:Relationship Id="rId37" Type="http://schemas.openxmlformats.org/officeDocument/2006/relationships/notesMaster" Target="notesMasters/notesMaster1.xml" /></ns0: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Clarity City"/>
        <a:ea typeface="OPPOSans R"/>
        <a:cs typeface="OPPOSans R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Clarity City"/>
                <a:ea typeface="OPPOSans R"/>
                <a:cs typeface="OPPOSans R"/>
              </a:rPr>
              <a:t>AI Note: Reference only - chart/diagram structure.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This layout is intended as a visual reference, not a direct drop-in template.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For final use, revise the chart or diagram structure based on the actual content, data relationships, and message hierarchy.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Do not force new information into this form if the real content requires a different comparison, flow, node relationship, or evidence structure.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Skill rule: include this as a chart/diagram adaptation rule when converting the Akila PPT template into a skill.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Clarity City"/>
                <a:ea typeface="OPPOSans R"/>
                <a:cs typeface="OPPOSans R"/>
              </a:rPr>
              <a:t>AI Note: Reference only - chart/diagram structure.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This page contains a chart-like information structure that must be adapted to the real content.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Use the template only for visual guidance: spacing, contrast, color behavior, hierarchy, and Akila digital-system expression.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The final chart form, grouping, labels, and connector logic must be chosen from the actual dataset or narrative purpose.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Skill rule: include this as a chart/diagram adaptation rule when converting the Akila PPT template into a skill.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Clarity City"/>
                <a:ea typeface="OPPOSans R"/>
                <a:cs typeface="OPPOSans R"/>
              </a:rPr>
              <a:t>AI Note: Reference only - chart/diagram structure.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This layout should not be filled mechanically with unrelated content.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Treat it as a reference for how Akila handles structured evidence, system relationships, and data-led explanation.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Before generating the final slide, reassess whether the real content needs this structure, a revised version, or a different chart/diagram pattern.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Skill rule: include this as a chart/diagram adaptation rule when converting the Akila PPT template into a skill.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Clarity City"/>
                <a:ea typeface="OPPOSans R"/>
                <a:cs typeface="OPPOSans R"/>
              </a:rPr>
              <a:t>AI Note: Akila color usage rules.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#1E2856 and #385AEA are Akila primary colors.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#385AEA also behaves as an accent color and must not be used as a large-area color block.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Use #385AEA for emphasis, key labels, outlines, highlights, and limited data accents.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Body copy and small text must use neutral colors only, not accent colors.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When using accent colors, keep the slide grounded with neutral surfaces and #1E2856 so the page does not become cold or overly synthetic.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Skill rule: include these color constraints in the Akila PPT skill color system.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Clarity City"/>
                <a:ea typeface="OPPOSans R"/>
                <a:cs typeface="OPPOSans R"/>
              </a:rPr>
              <a:t>AI Note: Usage caution - large-area accent color.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This slide carries a color-usage caution for #385AEA.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#385AEA is a primary color, but it also functions as an accent color; use it carefully and avoid making it the dominant large-area fill by default.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Do not use accent colors for body copy or small descriptive text. Use neutral text colors for readability and hierarchy.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Skill rule: avoid large-area #385AEA fills except where the layout explicitly requires a controlled primary-color field.</a:t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latin typeface="Clarity City"/>
                <a:ea typeface="OPPOSans R"/>
                <a:cs typeface="OPPOSans R"/>
              </a:rPr>
              <a:t>AI Note: Good example - controlled color differentiation.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When the slide has unusually dense content, use color to separate groups, states, or categories only when the distinction helps comprehension.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#B523B9 may be used as an accent color for additional differentiation in dense good-example layouts, but its total visual proportion should stay below 5% of the slide.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When placing a large title on a #1E2856 dark-blue surface, #45C5CC may be used as an accent title color.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Avoid a page that relies only on #45C5CC and #385AEA, because the result will feel too cold.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Body copy and small text must remain neutral, not accent-colored.</a:t>
            </a:r>
            <a:endParaRPr lang="en-US" sz="1200"/>
          </a:p>
          <a:p>
            <a:r>
              <a:rPr lang="en-US" sz="1200">
                <a:latin typeface="Clarity City"/>
                <a:ea typeface="OPPOSans R"/>
                <a:cs typeface="OPPOSans R"/>
              </a:rPr>
              <a:t>Skill rule: use #B523B9 and #45C5CC as controlled accents, never as default text or large-area colors.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 object 16">
            <a:extLst>
              <a:ext uri="{FF2B5EF4-FFF2-40B4-BE49-F238E27FC236}">
                <ns2:creationId id="{6789C661-6084-439D-EE3B-A3C2B13E5B73}"/>
              </a:ext>
            </a:extLst>
          </p:cNvPr>
          <p:cNvPicPr/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rcRect b="6363"/>
          <a:stretch>
            <a:fillRect/>
          </a:stretch>
        </p:blipFill>
        <p:spPr>
          <a:xfrm>
            <a:off x="0" y="2269"/>
            <a:ext cx="12187966" cy="6419485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ns2:creationId id="{2F641130-19BC-9F48-F09E-9B7DC01A6797}"/>
              </a:ext>
            </a:extLst>
          </p:cNvPr>
          <p:cNvGrpSpPr/>
          <p:nvPr/>
        </p:nvGrpSpPr>
        <p:grpSpPr>
          <a:xfrm>
            <a:off x="888336" y="646642"/>
            <a:ext cx="1576431" cy="365876"/>
            <a:chOff x="1282700" y="2671006"/>
            <a:chExt cx="4269740" cy="1043940"/>
          </a:xfrm>
        </p:grpSpPr>
        <p:pic>
          <p:nvPicPr>
            <p:cNvPr id="9" name="object 5">
              <a:extLst>
                <a:ext uri="{FF2B5EF4-FFF2-40B4-BE49-F238E27FC236}">
                  <ns2:creationId id="{EA95506D-418F-6B34-2D31-38B1645DB37B}"/>
                </a:ext>
              </a:extLst>
            </p:cNvPr>
            <p:cNvPicPr/>
            <p:nvPr/>
          </p:nvPicPr>
          <p:blipFill>
            <a:blip ns3:embed="rId3" cstate="print"/>
            <a:stretch>
              <a:fillRect/>
            </a:stretch>
          </p:blipFill>
          <p:spPr>
            <a:xfrm>
              <a:off x="4329364" y="2717557"/>
              <a:ext cx="127346" cy="127336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ns2:creationId id="{4EC101CF-97A2-841B-2CB9-D82948CCE9B7}"/>
                </a:ext>
              </a:extLst>
            </p:cNvPr>
            <p:cNvSpPr/>
            <p:nvPr/>
          </p:nvSpPr>
          <p:spPr>
            <a:xfrm>
              <a:off x="1282700" y="2671006"/>
              <a:ext cx="4269740" cy="1043940"/>
            </a:xfrm>
            <a:custGeom>
              <a:avLst/>
              <a:gdLst/>
              <a:ahLst/>
              <a:cxnLst/>
              <a:rect l="l" t="t" r="r" b="b"/>
              <a:pathLst>
                <a:path w="4269740" h="1043939">
                  <a:moveTo>
                    <a:pt x="1024140" y="201244"/>
                  </a:moveTo>
                  <a:lnTo>
                    <a:pt x="987971" y="170307"/>
                  </a:lnTo>
                  <a:lnTo>
                    <a:pt x="949312" y="141185"/>
                  </a:lnTo>
                  <a:lnTo>
                    <a:pt x="908316" y="114109"/>
                  </a:lnTo>
                  <a:lnTo>
                    <a:pt x="865124" y="89319"/>
                  </a:lnTo>
                  <a:lnTo>
                    <a:pt x="819912" y="67056"/>
                  </a:lnTo>
                  <a:lnTo>
                    <a:pt x="772820" y="47561"/>
                  </a:lnTo>
                  <a:lnTo>
                    <a:pt x="724001" y="31076"/>
                  </a:lnTo>
                  <a:lnTo>
                    <a:pt x="673608" y="17843"/>
                  </a:lnTo>
                  <a:lnTo>
                    <a:pt x="621817" y="8089"/>
                  </a:lnTo>
                  <a:lnTo>
                    <a:pt x="568744" y="2057"/>
                  </a:lnTo>
                  <a:lnTo>
                    <a:pt x="514578" y="0"/>
                  </a:lnTo>
                  <a:lnTo>
                    <a:pt x="459562" y="2057"/>
                  </a:lnTo>
                  <a:lnTo>
                    <a:pt x="405726" y="8089"/>
                  </a:lnTo>
                  <a:lnTo>
                    <a:pt x="353237" y="17843"/>
                  </a:lnTo>
                  <a:lnTo>
                    <a:pt x="302234" y="31076"/>
                  </a:lnTo>
                  <a:lnTo>
                    <a:pt x="252882" y="47561"/>
                  </a:lnTo>
                  <a:lnTo>
                    <a:pt x="205333" y="67056"/>
                  </a:lnTo>
                  <a:lnTo>
                    <a:pt x="159753" y="89319"/>
                  </a:lnTo>
                  <a:lnTo>
                    <a:pt x="116268" y="114109"/>
                  </a:lnTo>
                  <a:lnTo>
                    <a:pt x="75044" y="141185"/>
                  </a:lnTo>
                  <a:lnTo>
                    <a:pt x="36233" y="170307"/>
                  </a:lnTo>
                  <a:lnTo>
                    <a:pt x="0" y="201244"/>
                  </a:lnTo>
                  <a:lnTo>
                    <a:pt x="0" y="845439"/>
                  </a:lnTo>
                  <a:lnTo>
                    <a:pt x="36296" y="877062"/>
                  </a:lnTo>
                  <a:lnTo>
                    <a:pt x="75158" y="906462"/>
                  </a:lnTo>
                  <a:lnTo>
                    <a:pt x="116446" y="933475"/>
                  </a:lnTo>
                  <a:lnTo>
                    <a:pt x="159994" y="957935"/>
                  </a:lnTo>
                  <a:lnTo>
                    <a:pt x="205663" y="979665"/>
                  </a:lnTo>
                  <a:lnTo>
                    <a:pt x="253276" y="998512"/>
                  </a:lnTo>
                  <a:lnTo>
                    <a:pt x="302679" y="1014310"/>
                  </a:lnTo>
                  <a:lnTo>
                    <a:pt x="353733" y="1026883"/>
                  </a:lnTo>
                  <a:lnTo>
                    <a:pt x="406260" y="1036066"/>
                  </a:lnTo>
                  <a:lnTo>
                    <a:pt x="460121" y="1041704"/>
                  </a:lnTo>
                  <a:lnTo>
                    <a:pt x="515150" y="1043622"/>
                  </a:lnTo>
                  <a:lnTo>
                    <a:pt x="569595" y="1041717"/>
                  </a:lnTo>
                  <a:lnTo>
                    <a:pt x="622808" y="1036129"/>
                  </a:lnTo>
                  <a:lnTo>
                    <a:pt x="674636" y="1026998"/>
                  </a:lnTo>
                  <a:lnTo>
                    <a:pt x="724966" y="1014488"/>
                  </a:lnTo>
                  <a:lnTo>
                    <a:pt x="773658" y="998766"/>
                  </a:lnTo>
                  <a:lnTo>
                    <a:pt x="820585" y="979957"/>
                  </a:lnTo>
                  <a:lnTo>
                    <a:pt x="865606" y="958253"/>
                  </a:lnTo>
                  <a:lnTo>
                    <a:pt x="908608" y="933792"/>
                  </a:lnTo>
                  <a:lnTo>
                    <a:pt x="949452" y="906729"/>
                  </a:lnTo>
                  <a:lnTo>
                    <a:pt x="987996" y="877227"/>
                  </a:lnTo>
                  <a:lnTo>
                    <a:pt x="1024140" y="845439"/>
                  </a:lnTo>
                  <a:lnTo>
                    <a:pt x="1024140" y="201244"/>
                  </a:lnTo>
                  <a:close/>
                </a:path>
                <a:path w="4269740" h="1043939">
                  <a:moveTo>
                    <a:pt x="2224595" y="908265"/>
                  </a:moveTo>
                  <a:lnTo>
                    <a:pt x="2018588" y="511619"/>
                  </a:lnTo>
                  <a:lnTo>
                    <a:pt x="1949462" y="498195"/>
                  </a:lnTo>
                  <a:lnTo>
                    <a:pt x="1885365" y="492302"/>
                  </a:lnTo>
                  <a:lnTo>
                    <a:pt x="1826463" y="492671"/>
                  </a:lnTo>
                  <a:lnTo>
                    <a:pt x="1772970" y="498055"/>
                  </a:lnTo>
                  <a:lnTo>
                    <a:pt x="1725079" y="507187"/>
                  </a:lnTo>
                  <a:lnTo>
                    <a:pt x="1682965" y="518807"/>
                  </a:lnTo>
                  <a:lnTo>
                    <a:pt x="1646847" y="531660"/>
                  </a:lnTo>
                  <a:lnTo>
                    <a:pt x="1593316" y="556006"/>
                  </a:lnTo>
                  <a:lnTo>
                    <a:pt x="1739303" y="272948"/>
                  </a:lnTo>
                  <a:lnTo>
                    <a:pt x="1743608" y="265658"/>
                  </a:lnTo>
                  <a:lnTo>
                    <a:pt x="1750428" y="264566"/>
                  </a:lnTo>
                  <a:lnTo>
                    <a:pt x="1757781" y="264566"/>
                  </a:lnTo>
                  <a:lnTo>
                    <a:pt x="1764626" y="265658"/>
                  </a:lnTo>
                  <a:lnTo>
                    <a:pt x="1768881" y="272948"/>
                  </a:lnTo>
                  <a:lnTo>
                    <a:pt x="1850847" y="437349"/>
                  </a:lnTo>
                  <a:lnTo>
                    <a:pt x="1885594" y="435038"/>
                  </a:lnTo>
                  <a:lnTo>
                    <a:pt x="1911197" y="435381"/>
                  </a:lnTo>
                  <a:lnTo>
                    <a:pt x="1940293" y="439331"/>
                  </a:lnTo>
                  <a:lnTo>
                    <a:pt x="1985505" y="447916"/>
                  </a:lnTo>
                  <a:lnTo>
                    <a:pt x="1867115" y="219430"/>
                  </a:lnTo>
                  <a:lnTo>
                    <a:pt x="1847062" y="191566"/>
                  </a:lnTo>
                  <a:lnTo>
                    <a:pt x="1821357" y="169773"/>
                  </a:lnTo>
                  <a:lnTo>
                    <a:pt x="1790280" y="155587"/>
                  </a:lnTo>
                  <a:lnTo>
                    <a:pt x="1754098" y="150507"/>
                  </a:lnTo>
                  <a:lnTo>
                    <a:pt x="1712810" y="156895"/>
                  </a:lnTo>
                  <a:lnTo>
                    <a:pt x="1678711" y="173037"/>
                  </a:lnTo>
                  <a:lnTo>
                    <a:pt x="1653019" y="194424"/>
                  </a:lnTo>
                  <a:lnTo>
                    <a:pt x="1636915" y="216560"/>
                  </a:lnTo>
                  <a:lnTo>
                    <a:pt x="1283474" y="908265"/>
                  </a:lnTo>
                  <a:lnTo>
                    <a:pt x="1417840" y="908265"/>
                  </a:lnTo>
                  <a:lnTo>
                    <a:pt x="1429385" y="878687"/>
                  </a:lnTo>
                  <a:lnTo>
                    <a:pt x="1444282" y="847521"/>
                  </a:lnTo>
                  <a:lnTo>
                    <a:pt x="1484706" y="783170"/>
                  </a:lnTo>
                  <a:lnTo>
                    <a:pt x="1510499" y="751357"/>
                  </a:lnTo>
                  <a:lnTo>
                    <a:pt x="1540192" y="720725"/>
                  </a:lnTo>
                  <a:lnTo>
                    <a:pt x="1573936" y="691934"/>
                  </a:lnTo>
                  <a:lnTo>
                    <a:pt x="1611833" y="665695"/>
                  </a:lnTo>
                  <a:lnTo>
                    <a:pt x="1654060" y="642683"/>
                  </a:lnTo>
                  <a:lnTo>
                    <a:pt x="1700720" y="623608"/>
                  </a:lnTo>
                  <a:lnTo>
                    <a:pt x="1751952" y="609142"/>
                  </a:lnTo>
                  <a:lnTo>
                    <a:pt x="1807921" y="599986"/>
                  </a:lnTo>
                  <a:lnTo>
                    <a:pt x="1868728" y="596823"/>
                  </a:lnTo>
                  <a:lnTo>
                    <a:pt x="1934527" y="600354"/>
                  </a:lnTo>
                  <a:lnTo>
                    <a:pt x="2092604" y="908265"/>
                  </a:lnTo>
                  <a:lnTo>
                    <a:pt x="2224595" y="908265"/>
                  </a:lnTo>
                  <a:close/>
                </a:path>
                <a:path w="4269740" h="1043939">
                  <a:moveTo>
                    <a:pt x="2907131" y="908291"/>
                  </a:moveTo>
                  <a:lnTo>
                    <a:pt x="2624886" y="516077"/>
                  </a:lnTo>
                  <a:lnTo>
                    <a:pt x="2903156" y="266128"/>
                  </a:lnTo>
                  <a:lnTo>
                    <a:pt x="2759722" y="266052"/>
                  </a:lnTo>
                  <a:lnTo>
                    <a:pt x="2480157" y="507161"/>
                  </a:lnTo>
                  <a:lnTo>
                    <a:pt x="2480157" y="37198"/>
                  </a:lnTo>
                  <a:lnTo>
                    <a:pt x="2475128" y="37198"/>
                  </a:lnTo>
                  <a:lnTo>
                    <a:pt x="2433967" y="45542"/>
                  </a:lnTo>
                  <a:lnTo>
                    <a:pt x="2400312" y="68249"/>
                  </a:lnTo>
                  <a:lnTo>
                    <a:pt x="2377605" y="101904"/>
                  </a:lnTo>
                  <a:lnTo>
                    <a:pt x="2369274" y="143065"/>
                  </a:lnTo>
                  <a:lnTo>
                    <a:pt x="2369274" y="908291"/>
                  </a:lnTo>
                  <a:lnTo>
                    <a:pt x="2480157" y="908291"/>
                  </a:lnTo>
                  <a:lnTo>
                    <a:pt x="2480157" y="641311"/>
                  </a:lnTo>
                  <a:lnTo>
                    <a:pt x="2540330" y="590003"/>
                  </a:lnTo>
                  <a:lnTo>
                    <a:pt x="2769832" y="908291"/>
                  </a:lnTo>
                  <a:lnTo>
                    <a:pt x="2907131" y="908291"/>
                  </a:lnTo>
                  <a:close/>
                </a:path>
                <a:path w="4269740" h="1043939">
                  <a:moveTo>
                    <a:pt x="3161233" y="266052"/>
                  </a:moveTo>
                  <a:lnTo>
                    <a:pt x="3049460" y="266052"/>
                  </a:lnTo>
                  <a:lnTo>
                    <a:pt x="3049460" y="908265"/>
                  </a:lnTo>
                  <a:lnTo>
                    <a:pt x="3161233" y="908265"/>
                  </a:lnTo>
                  <a:lnTo>
                    <a:pt x="3161233" y="266052"/>
                  </a:lnTo>
                  <a:close/>
                </a:path>
                <a:path w="4269740" h="1043939">
                  <a:moveTo>
                    <a:pt x="3491204" y="143243"/>
                  </a:moveTo>
                  <a:lnTo>
                    <a:pt x="3482835" y="102082"/>
                  </a:lnTo>
                  <a:lnTo>
                    <a:pt x="3460026" y="68427"/>
                  </a:lnTo>
                  <a:lnTo>
                    <a:pt x="3426231" y="45720"/>
                  </a:lnTo>
                  <a:lnTo>
                    <a:pt x="3384893" y="37376"/>
                  </a:lnTo>
                  <a:lnTo>
                    <a:pt x="3377692" y="37376"/>
                  </a:lnTo>
                  <a:lnTo>
                    <a:pt x="3377692" y="908278"/>
                  </a:lnTo>
                  <a:lnTo>
                    <a:pt x="3491204" y="908278"/>
                  </a:lnTo>
                  <a:lnTo>
                    <a:pt x="3491204" y="143243"/>
                  </a:lnTo>
                  <a:close/>
                </a:path>
                <a:path w="4269740" h="1043939">
                  <a:moveTo>
                    <a:pt x="4269168" y="898982"/>
                  </a:moveTo>
                  <a:lnTo>
                    <a:pt x="4269143" y="832104"/>
                  </a:lnTo>
                  <a:lnTo>
                    <a:pt x="4269130" y="802449"/>
                  </a:lnTo>
                  <a:lnTo>
                    <a:pt x="4269003" y="507428"/>
                  </a:lnTo>
                  <a:lnTo>
                    <a:pt x="4268952" y="380047"/>
                  </a:lnTo>
                  <a:lnTo>
                    <a:pt x="4216755" y="337654"/>
                  </a:lnTo>
                  <a:lnTo>
                    <a:pt x="4164888" y="307632"/>
                  </a:lnTo>
                  <a:lnTo>
                    <a:pt x="4160177" y="305346"/>
                  </a:lnTo>
                  <a:lnTo>
                    <a:pt x="4160177" y="431368"/>
                  </a:lnTo>
                  <a:lnTo>
                    <a:pt x="4160177" y="603161"/>
                  </a:lnTo>
                  <a:lnTo>
                    <a:pt x="4152290" y="650570"/>
                  </a:lnTo>
                  <a:lnTo>
                    <a:pt x="4134904" y="693750"/>
                  </a:lnTo>
                  <a:lnTo>
                    <a:pt x="4109199" y="731443"/>
                  </a:lnTo>
                  <a:lnTo>
                    <a:pt x="4076395" y="762406"/>
                  </a:lnTo>
                  <a:lnTo>
                    <a:pt x="4037673" y="785393"/>
                  </a:lnTo>
                  <a:lnTo>
                    <a:pt x="3994226" y="799160"/>
                  </a:lnTo>
                  <a:lnTo>
                    <a:pt x="3947261" y="802449"/>
                  </a:lnTo>
                  <a:lnTo>
                    <a:pt x="3903053" y="795070"/>
                  </a:lnTo>
                  <a:lnTo>
                    <a:pt x="3862832" y="778268"/>
                  </a:lnTo>
                  <a:lnTo>
                    <a:pt x="3827526" y="753313"/>
                  </a:lnTo>
                  <a:lnTo>
                    <a:pt x="3798049" y="721474"/>
                  </a:lnTo>
                  <a:lnTo>
                    <a:pt x="3775329" y="684022"/>
                  </a:lnTo>
                  <a:lnTo>
                    <a:pt x="3760279" y="642239"/>
                  </a:lnTo>
                  <a:lnTo>
                    <a:pt x="3753828" y="597382"/>
                  </a:lnTo>
                  <a:lnTo>
                    <a:pt x="3756901" y="550735"/>
                  </a:lnTo>
                  <a:lnTo>
                    <a:pt x="3769131" y="507428"/>
                  </a:lnTo>
                  <a:lnTo>
                    <a:pt x="3789591" y="469138"/>
                  </a:lnTo>
                  <a:lnTo>
                    <a:pt x="3817493" y="436460"/>
                  </a:lnTo>
                  <a:lnTo>
                    <a:pt x="3852024" y="410006"/>
                  </a:lnTo>
                  <a:lnTo>
                    <a:pt x="3892423" y="390372"/>
                  </a:lnTo>
                  <a:lnTo>
                    <a:pt x="3937889" y="378155"/>
                  </a:lnTo>
                  <a:lnTo>
                    <a:pt x="3987647" y="373951"/>
                  </a:lnTo>
                  <a:lnTo>
                    <a:pt x="4033951" y="377647"/>
                  </a:lnTo>
                  <a:lnTo>
                    <a:pt x="4079087" y="388607"/>
                  </a:lnTo>
                  <a:lnTo>
                    <a:pt x="4121632" y="406577"/>
                  </a:lnTo>
                  <a:lnTo>
                    <a:pt x="4160177" y="431368"/>
                  </a:lnTo>
                  <a:lnTo>
                    <a:pt x="4160177" y="305346"/>
                  </a:lnTo>
                  <a:lnTo>
                    <a:pt x="4159872" y="305193"/>
                  </a:lnTo>
                  <a:lnTo>
                    <a:pt x="4146156" y="299072"/>
                  </a:lnTo>
                  <a:lnTo>
                    <a:pt x="4144670" y="298462"/>
                  </a:lnTo>
                  <a:lnTo>
                    <a:pt x="4140035" y="296481"/>
                  </a:lnTo>
                  <a:lnTo>
                    <a:pt x="4106659" y="284467"/>
                  </a:lnTo>
                  <a:lnTo>
                    <a:pt x="4105999" y="284238"/>
                  </a:lnTo>
                  <a:lnTo>
                    <a:pt x="4078274" y="276758"/>
                  </a:lnTo>
                  <a:lnTo>
                    <a:pt x="4048442" y="271005"/>
                  </a:lnTo>
                  <a:lnTo>
                    <a:pt x="4016476" y="267296"/>
                  </a:lnTo>
                  <a:lnTo>
                    <a:pt x="3982402" y="265988"/>
                  </a:lnTo>
                  <a:lnTo>
                    <a:pt x="3936644" y="269024"/>
                  </a:lnTo>
                  <a:lnTo>
                    <a:pt x="3891686" y="278003"/>
                  </a:lnTo>
                  <a:lnTo>
                    <a:pt x="3848265" y="292709"/>
                  </a:lnTo>
                  <a:lnTo>
                    <a:pt x="3807155" y="312966"/>
                  </a:lnTo>
                  <a:lnTo>
                    <a:pt x="3769080" y="338543"/>
                  </a:lnTo>
                  <a:lnTo>
                    <a:pt x="3734816" y="369252"/>
                  </a:lnTo>
                  <a:lnTo>
                    <a:pt x="3705098" y="404901"/>
                  </a:lnTo>
                  <a:lnTo>
                    <a:pt x="3680676" y="445274"/>
                  </a:lnTo>
                  <a:lnTo>
                    <a:pt x="3662299" y="490169"/>
                  </a:lnTo>
                  <a:lnTo>
                    <a:pt x="3650729" y="539381"/>
                  </a:lnTo>
                  <a:lnTo>
                    <a:pt x="3646703" y="592721"/>
                  </a:lnTo>
                  <a:lnTo>
                    <a:pt x="3650069" y="640130"/>
                  </a:lnTo>
                  <a:lnTo>
                    <a:pt x="3659873" y="685380"/>
                  </a:lnTo>
                  <a:lnTo>
                    <a:pt x="3675608" y="727989"/>
                  </a:lnTo>
                  <a:lnTo>
                    <a:pt x="3696817" y="767435"/>
                  </a:lnTo>
                  <a:lnTo>
                    <a:pt x="3723005" y="803224"/>
                  </a:lnTo>
                  <a:lnTo>
                    <a:pt x="3753701" y="834885"/>
                  </a:lnTo>
                  <a:lnTo>
                    <a:pt x="3788410" y="861898"/>
                  </a:lnTo>
                  <a:lnTo>
                    <a:pt x="3826649" y="883767"/>
                  </a:lnTo>
                  <a:lnTo>
                    <a:pt x="3867962" y="899998"/>
                  </a:lnTo>
                  <a:lnTo>
                    <a:pt x="3911854" y="910107"/>
                  </a:lnTo>
                  <a:lnTo>
                    <a:pt x="3957828" y="913587"/>
                  </a:lnTo>
                  <a:lnTo>
                    <a:pt x="4004614" y="909980"/>
                  </a:lnTo>
                  <a:lnTo>
                    <a:pt x="4049230" y="899502"/>
                  </a:lnTo>
                  <a:lnTo>
                    <a:pt x="4091152" y="882675"/>
                  </a:lnTo>
                  <a:lnTo>
                    <a:pt x="4129875" y="860031"/>
                  </a:lnTo>
                  <a:lnTo>
                    <a:pt x="4164888" y="832104"/>
                  </a:lnTo>
                  <a:lnTo>
                    <a:pt x="4164888" y="898982"/>
                  </a:lnTo>
                  <a:lnTo>
                    <a:pt x="4269168" y="898982"/>
                  </a:lnTo>
                  <a:close/>
                </a:path>
              </a:pathLst>
            </a:custGeom>
            <a:solidFill>
              <a:srgbClr val="1E285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larity City"/>
                  <a:ea typeface="OPPOSans R"/>
                  <a:cs typeface="OPPOSans R"/>
                </a:defRPr>
              </a:pPr>
              <a:endParaRPr kumimoji="0" sz="1092" i="0" u="none" strike="noStrike" kern="1200" cap="none" spc="0" normalizeH="0" baseline="0" noProof="0" dirty="0">
                <a:ln>
                  <a:noFill/>
                </a:ln>
                <a:solidFill>
                  <a:srgbClr val="202756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endParaRPr>
            </a:p>
          </p:txBody>
        </p:sp>
        <p:sp>
          <p:nvSpPr>
            <p:cNvPr id="11" name="object 7">
              <a:extLst>
                <a:ext uri="{FF2B5EF4-FFF2-40B4-BE49-F238E27FC236}">
                  <ns2:creationId id="{BAFCE783-41E4-3A54-5EC3-C1B16F37D86C}"/>
                </a:ext>
              </a:extLst>
            </p:cNvPr>
            <p:cNvSpPr/>
            <p:nvPr/>
          </p:nvSpPr>
          <p:spPr>
            <a:xfrm>
              <a:off x="1734064" y="2920101"/>
              <a:ext cx="121285" cy="545465"/>
            </a:xfrm>
            <a:custGeom>
              <a:avLst/>
              <a:gdLst/>
              <a:ahLst/>
              <a:cxnLst/>
              <a:rect l="l" t="t" r="r" b="b"/>
              <a:pathLst>
                <a:path w="121285" h="545464">
                  <a:moveTo>
                    <a:pt x="120865" y="0"/>
                  </a:moveTo>
                  <a:lnTo>
                    <a:pt x="82851" y="3043"/>
                  </a:lnTo>
                  <a:lnTo>
                    <a:pt x="22906" y="39008"/>
                  </a:lnTo>
                  <a:lnTo>
                    <a:pt x="5936" y="75872"/>
                  </a:lnTo>
                  <a:lnTo>
                    <a:pt x="257" y="117472"/>
                  </a:lnTo>
                  <a:lnTo>
                    <a:pt x="0" y="131514"/>
                  </a:lnTo>
                  <a:lnTo>
                    <a:pt x="136" y="244055"/>
                  </a:lnTo>
                  <a:lnTo>
                    <a:pt x="0" y="244055"/>
                  </a:lnTo>
                  <a:lnTo>
                    <a:pt x="293" y="541512"/>
                  </a:lnTo>
                  <a:lnTo>
                    <a:pt x="544" y="545407"/>
                  </a:lnTo>
                  <a:lnTo>
                    <a:pt x="38462" y="542383"/>
                  </a:lnTo>
                  <a:lnTo>
                    <a:pt x="98258" y="506579"/>
                  </a:lnTo>
                  <a:lnTo>
                    <a:pt x="115179" y="469860"/>
                  </a:lnTo>
                  <a:lnTo>
                    <a:pt x="120870" y="428439"/>
                  </a:lnTo>
                  <a:lnTo>
                    <a:pt x="121137" y="414458"/>
                  </a:lnTo>
                  <a:lnTo>
                    <a:pt x="121095" y="302639"/>
                  </a:lnTo>
                  <a:lnTo>
                    <a:pt x="121116" y="3926"/>
                  </a:lnTo>
                  <a:lnTo>
                    <a:pt x="120865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larity City"/>
                  <a:ea typeface="OPPOSans R"/>
                  <a:cs typeface="OPPOSans R"/>
                </a:defRPr>
              </a:pPr>
              <a:endParaRPr kumimoji="0" sz="1092" i="0" u="none" strike="noStrike" kern="1200" cap="none" spc="0" normalizeH="0" baseline="0" noProof="0" dirty="0">
                <a:ln>
                  <a:noFill/>
                </a:ln>
                <a:solidFill>
                  <a:srgbClr val="202756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endParaRPr>
            </a:p>
          </p:txBody>
        </p:sp>
        <p:pic>
          <p:nvPicPr>
            <p:cNvPr id="12" name="object 8">
              <a:extLst>
                <a:ext uri="{FF2B5EF4-FFF2-40B4-BE49-F238E27FC236}">
                  <ns2:creationId id="{7BEB45C5-887F-D3BB-1809-CBE3BB12F363}"/>
                </a:ext>
              </a:extLst>
            </p:cNvPr>
            <p:cNvPicPr/>
            <p:nvPr/>
          </p:nvPicPr>
          <p:blipFill>
            <a:blip ns3:embed="rId4" cstate="print"/>
            <a:stretch>
              <a:fillRect/>
            </a:stretch>
          </p:blipFill>
          <p:spPr>
            <a:xfrm>
              <a:off x="1379640" y="2978505"/>
              <a:ext cx="121116" cy="209553"/>
            </a:xfrm>
            <a:prstGeom prst="rect">
              <a:avLst/>
            </a:prstGeom>
          </p:spPr>
        </p:pic>
        <p:sp>
          <p:nvSpPr>
            <p:cNvPr id="13" name="object 9">
              <a:extLst>
                <a:ext uri="{FF2B5EF4-FFF2-40B4-BE49-F238E27FC236}">
                  <ns2:creationId id="{19563B32-3C55-87DC-36A0-1DD443603AE9}"/>
                </a:ext>
              </a:extLst>
            </p:cNvPr>
            <p:cNvSpPr/>
            <p:nvPr/>
          </p:nvSpPr>
          <p:spPr>
            <a:xfrm>
              <a:off x="1556950" y="2948084"/>
              <a:ext cx="121285" cy="302895"/>
            </a:xfrm>
            <a:custGeom>
              <a:avLst/>
              <a:gdLst/>
              <a:ahLst/>
              <a:cxnLst/>
              <a:rect l="l" t="t" r="r" b="b"/>
              <a:pathLst>
                <a:path w="121285" h="302894">
                  <a:moveTo>
                    <a:pt x="60605" y="0"/>
                  </a:moveTo>
                  <a:lnTo>
                    <a:pt x="37017" y="4385"/>
                  </a:lnTo>
                  <a:lnTo>
                    <a:pt x="17753" y="16345"/>
                  </a:lnTo>
                  <a:lnTo>
                    <a:pt x="4763" y="34084"/>
                  </a:lnTo>
                  <a:lnTo>
                    <a:pt x="0" y="55809"/>
                  </a:lnTo>
                  <a:lnTo>
                    <a:pt x="0" y="178727"/>
                  </a:lnTo>
                  <a:lnTo>
                    <a:pt x="3052" y="218201"/>
                  </a:lnTo>
                  <a:lnTo>
                    <a:pt x="22981" y="265947"/>
                  </a:lnTo>
                  <a:lnTo>
                    <a:pt x="83093" y="299849"/>
                  </a:lnTo>
                  <a:lnTo>
                    <a:pt x="121148" y="302723"/>
                  </a:lnTo>
                  <a:lnTo>
                    <a:pt x="121190" y="113462"/>
                  </a:lnTo>
                  <a:lnTo>
                    <a:pt x="121190" y="55809"/>
                  </a:lnTo>
                  <a:lnTo>
                    <a:pt x="116429" y="34084"/>
                  </a:lnTo>
                  <a:lnTo>
                    <a:pt x="103447" y="16345"/>
                  </a:lnTo>
                  <a:lnTo>
                    <a:pt x="84189" y="4385"/>
                  </a:lnTo>
                  <a:lnTo>
                    <a:pt x="60605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larity City"/>
                  <a:ea typeface="OPPOSans R"/>
                  <a:cs typeface="OPPOSans R"/>
                </a:defRPr>
              </a:pPr>
              <a:endParaRPr kumimoji="0" sz="1092" i="0" u="none" strike="noStrike" kern="1200" cap="none" spc="0" normalizeH="0" baseline="0" noProof="0" dirty="0">
                <a:ln>
                  <a:noFill/>
                </a:ln>
                <a:solidFill>
                  <a:srgbClr val="202756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endParaRPr>
            </a:p>
          </p:txBody>
        </p:sp>
        <p:pic>
          <p:nvPicPr>
            <p:cNvPr id="14" name="object 10">
              <a:extLst>
                <a:ext uri="{FF2B5EF4-FFF2-40B4-BE49-F238E27FC236}">
                  <ns2:creationId id="{E9241777-E1B4-5C06-E199-CD365031F11E}"/>
                </a:ext>
              </a:extLst>
            </p:cNvPr>
            <p:cNvPicPr/>
            <p:nvPr/>
          </p:nvPicPr>
          <p:blipFill>
            <a:blip ns3:embed="rId5" cstate="print"/>
            <a:stretch>
              <a:fillRect/>
            </a:stretch>
          </p:blipFill>
          <p:spPr>
            <a:xfrm>
              <a:off x="2088784" y="3192897"/>
              <a:ext cx="121116" cy="209543"/>
            </a:xfrm>
            <a:prstGeom prst="rect">
              <a:avLst/>
            </a:prstGeom>
          </p:spPr>
        </p:pic>
        <p:sp>
          <p:nvSpPr>
            <p:cNvPr id="15" name="object 11">
              <a:extLst>
                <a:ext uri="{FF2B5EF4-FFF2-40B4-BE49-F238E27FC236}">
                  <ns2:creationId id="{5862809A-FD7E-B16F-4A24-325E2CB14A6A}"/>
                </a:ext>
              </a:extLst>
            </p:cNvPr>
            <p:cNvSpPr/>
            <p:nvPr/>
          </p:nvSpPr>
          <p:spPr>
            <a:xfrm>
              <a:off x="1911482" y="3136976"/>
              <a:ext cx="121285" cy="301625"/>
            </a:xfrm>
            <a:custGeom>
              <a:avLst/>
              <a:gdLst/>
              <a:ahLst/>
              <a:cxnLst/>
              <a:rect l="l" t="t" r="r" b="b"/>
              <a:pathLst>
                <a:path w="121285" h="301625">
                  <a:moveTo>
                    <a:pt x="41" y="0"/>
                  </a:moveTo>
                  <a:lnTo>
                    <a:pt x="0" y="245783"/>
                  </a:lnTo>
                  <a:lnTo>
                    <a:pt x="17718" y="285251"/>
                  </a:lnTo>
                  <a:lnTo>
                    <a:pt x="60479" y="301592"/>
                  </a:lnTo>
                  <a:lnTo>
                    <a:pt x="84033" y="297209"/>
                  </a:lnTo>
                  <a:lnTo>
                    <a:pt x="103263" y="285251"/>
                  </a:lnTo>
                  <a:lnTo>
                    <a:pt x="116227" y="267512"/>
                  </a:lnTo>
                  <a:lnTo>
                    <a:pt x="120980" y="245783"/>
                  </a:lnTo>
                  <a:lnTo>
                    <a:pt x="120980" y="183209"/>
                  </a:lnTo>
                  <a:lnTo>
                    <a:pt x="120980" y="123996"/>
                  </a:lnTo>
                  <a:lnTo>
                    <a:pt x="117945" y="84511"/>
                  </a:lnTo>
                  <a:lnTo>
                    <a:pt x="98044" y="36773"/>
                  </a:lnTo>
                  <a:lnTo>
                    <a:pt x="38040" y="286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larity City"/>
                  <a:ea typeface="OPPOSans R"/>
                  <a:cs typeface="OPPOSans R"/>
                </a:defRPr>
              </a:pPr>
              <a:endParaRPr kumimoji="0" sz="1092" i="0" u="none" strike="noStrike" kern="1200" cap="none" spc="0" normalizeH="0" baseline="0" noProof="0" dirty="0">
                <a:ln>
                  <a:noFill/>
                </a:ln>
                <a:solidFill>
                  <a:srgbClr val="202756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endParaRPr>
            </a:p>
          </p:txBody>
        </p:sp>
      </p:grpSp>
      <p:sp>
        <p:nvSpPr>
          <p:cNvPr id="17" name="bg object 21">
            <a:extLst>
              <a:ext uri="{FF2B5EF4-FFF2-40B4-BE49-F238E27FC236}">
                <ns2:creationId id="{1BB4122B-EBBE-5A85-EFD5-4CC00EEC7422}"/>
              </a:ext>
            </a:extLst>
          </p:cNvPr>
          <p:cNvSpPr/>
          <p:nvPr/>
        </p:nvSpPr>
        <p:spPr>
          <a:xfrm>
            <a:off x="5202168" y="5662095"/>
            <a:ext cx="495688" cy="185168"/>
          </a:xfrm>
          <a:custGeom>
            <a:avLst/>
            <a:gdLst/>
            <a:ahLst/>
            <a:cxnLst/>
            <a:rect l="l" t="t" r="r" b="b"/>
            <a:pathLst>
              <a:path w="2914015" h="305434">
                <a:moveTo>
                  <a:pt x="2793443" y="0"/>
                </a:moveTo>
                <a:lnTo>
                  <a:pt x="120498" y="0"/>
                </a:lnTo>
                <a:lnTo>
                  <a:pt x="73593" y="9468"/>
                </a:lnTo>
                <a:lnTo>
                  <a:pt x="35292" y="35292"/>
                </a:lnTo>
                <a:lnTo>
                  <a:pt x="9468" y="73593"/>
                </a:lnTo>
                <a:lnTo>
                  <a:pt x="0" y="120498"/>
                </a:lnTo>
                <a:lnTo>
                  <a:pt x="0" y="184853"/>
                </a:lnTo>
                <a:lnTo>
                  <a:pt x="9468" y="231757"/>
                </a:lnTo>
                <a:lnTo>
                  <a:pt x="35292" y="270059"/>
                </a:lnTo>
                <a:lnTo>
                  <a:pt x="73593" y="295883"/>
                </a:lnTo>
                <a:lnTo>
                  <a:pt x="120498" y="305351"/>
                </a:lnTo>
                <a:lnTo>
                  <a:pt x="2793443" y="305351"/>
                </a:lnTo>
                <a:lnTo>
                  <a:pt x="2840348" y="295883"/>
                </a:lnTo>
                <a:lnTo>
                  <a:pt x="2878650" y="270059"/>
                </a:lnTo>
                <a:lnTo>
                  <a:pt x="2904473" y="231757"/>
                </a:lnTo>
                <a:lnTo>
                  <a:pt x="2913942" y="184853"/>
                </a:lnTo>
                <a:lnTo>
                  <a:pt x="2913942" y="120498"/>
                </a:lnTo>
                <a:lnTo>
                  <a:pt x="2904473" y="73593"/>
                </a:lnTo>
                <a:lnTo>
                  <a:pt x="2878650" y="35292"/>
                </a:lnTo>
                <a:lnTo>
                  <a:pt x="2840348" y="9468"/>
                </a:lnTo>
                <a:lnTo>
                  <a:pt x="2793443" y="0"/>
                </a:lnTo>
                <a:close/>
              </a:path>
            </a:pathLst>
          </a:custGeom>
          <a:solidFill>
            <a:srgbClr val="DAE3F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sz="1092" i="0" u="none" strike="noStrike" kern="1200" cap="none" spc="0" normalizeH="0" baseline="0" noProof="0">
              <a:ln>
                <a:noFill/>
              </a:ln>
              <a:solidFill>
                <a:srgbClr val="202756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pic>
        <p:nvPicPr>
          <p:cNvPr id="18" name="bg object 22">
            <a:extLst>
              <a:ext uri="{FF2B5EF4-FFF2-40B4-BE49-F238E27FC236}">
                <ns2:creationId id="{1F5FE812-3962-3C5F-357B-81E2634140C3}"/>
              </a:ext>
            </a:extLst>
          </p:cNvPr>
          <p:cNvPicPr/>
          <p:nvPr/>
        </p:nvPicPr>
        <p:blipFill>
          <a:blip ns3:embed="rId6" cstate="print"/>
          <a:stretch>
            <a:fillRect/>
          </a:stretch>
        </p:blipFill>
        <p:spPr>
          <a:xfrm>
            <a:off x="5265766" y="5719393"/>
            <a:ext cx="70519" cy="70525"/>
          </a:xfrm>
          <a:prstGeom prst="rect">
            <a:avLst/>
          </a:prstGeom>
        </p:spPr>
      </p:pic>
      <p:sp>
        <p:nvSpPr>
          <p:cNvPr id="19" name="bg object 23">
            <a:extLst>
              <a:ext uri="{FF2B5EF4-FFF2-40B4-BE49-F238E27FC236}">
                <ns2:creationId id="{B0FC8583-99C8-B0AE-DBD7-5BAA99EAE66C}"/>
              </a:ext>
            </a:extLst>
          </p:cNvPr>
          <p:cNvSpPr/>
          <p:nvPr/>
        </p:nvSpPr>
        <p:spPr>
          <a:xfrm>
            <a:off x="773031" y="5975920"/>
            <a:ext cx="1427243" cy="185168"/>
          </a:xfrm>
          <a:custGeom>
            <a:avLst/>
            <a:gdLst/>
            <a:ahLst/>
            <a:cxnLst/>
            <a:rect l="l" t="t" r="r" b="b"/>
            <a:pathLst>
              <a:path w="2171700" h="305434">
                <a:moveTo>
                  <a:pt x="2030576" y="0"/>
                </a:moveTo>
                <a:lnTo>
                  <a:pt x="140770" y="0"/>
                </a:lnTo>
                <a:lnTo>
                  <a:pt x="96275" y="7176"/>
                </a:lnTo>
                <a:lnTo>
                  <a:pt x="57632" y="27159"/>
                </a:lnTo>
                <a:lnTo>
                  <a:pt x="27160" y="57630"/>
                </a:lnTo>
                <a:lnTo>
                  <a:pt x="7176" y="96270"/>
                </a:lnTo>
                <a:lnTo>
                  <a:pt x="0" y="140760"/>
                </a:lnTo>
                <a:lnTo>
                  <a:pt x="0" y="164581"/>
                </a:lnTo>
                <a:lnTo>
                  <a:pt x="7176" y="209076"/>
                </a:lnTo>
                <a:lnTo>
                  <a:pt x="27160" y="247719"/>
                </a:lnTo>
                <a:lnTo>
                  <a:pt x="57632" y="278191"/>
                </a:lnTo>
                <a:lnTo>
                  <a:pt x="96275" y="298175"/>
                </a:lnTo>
                <a:lnTo>
                  <a:pt x="140770" y="305351"/>
                </a:lnTo>
                <a:lnTo>
                  <a:pt x="2030576" y="305351"/>
                </a:lnTo>
                <a:lnTo>
                  <a:pt x="2075071" y="298175"/>
                </a:lnTo>
                <a:lnTo>
                  <a:pt x="2113714" y="278191"/>
                </a:lnTo>
                <a:lnTo>
                  <a:pt x="2144187" y="247719"/>
                </a:lnTo>
                <a:lnTo>
                  <a:pt x="2164171" y="209076"/>
                </a:lnTo>
                <a:lnTo>
                  <a:pt x="2171347" y="164581"/>
                </a:lnTo>
                <a:lnTo>
                  <a:pt x="2171347" y="140760"/>
                </a:lnTo>
                <a:lnTo>
                  <a:pt x="2164171" y="96270"/>
                </a:lnTo>
                <a:lnTo>
                  <a:pt x="2144187" y="57630"/>
                </a:lnTo>
                <a:lnTo>
                  <a:pt x="2113714" y="27159"/>
                </a:lnTo>
                <a:lnTo>
                  <a:pt x="2075071" y="7176"/>
                </a:lnTo>
                <a:lnTo>
                  <a:pt x="2030576" y="0"/>
                </a:lnTo>
                <a:close/>
              </a:path>
            </a:pathLst>
          </a:custGeom>
          <a:solidFill>
            <a:srgbClr val="DAE3F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sz="1092" i="0" u="none" strike="noStrike" kern="1200" cap="none" spc="0" normalizeH="0" baseline="0" noProof="0">
              <a:ln>
                <a:noFill/>
              </a:ln>
              <a:solidFill>
                <a:srgbClr val="202756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bg object 25">
            <a:extLst>
              <a:ext uri="{FF2B5EF4-FFF2-40B4-BE49-F238E27FC236}">
                <ns2:creationId id="{90F71A2C-FE20-CE9C-A952-7F2CA3756321}"/>
              </a:ext>
            </a:extLst>
          </p:cNvPr>
          <p:cNvSpPr/>
          <p:nvPr/>
        </p:nvSpPr>
        <p:spPr>
          <a:xfrm>
            <a:off x="2259299" y="5975920"/>
            <a:ext cx="1678337" cy="185168"/>
          </a:xfrm>
          <a:custGeom>
            <a:avLst/>
            <a:gdLst/>
            <a:ahLst/>
            <a:cxnLst/>
            <a:rect l="l" t="t" r="r" b="b"/>
            <a:pathLst>
              <a:path w="2929254" h="305434">
                <a:moveTo>
                  <a:pt x="2807977" y="0"/>
                </a:moveTo>
                <a:lnTo>
                  <a:pt x="120802" y="0"/>
                </a:lnTo>
                <a:lnTo>
                  <a:pt x="73779" y="9492"/>
                </a:lnTo>
                <a:lnTo>
                  <a:pt x="35381" y="35381"/>
                </a:lnTo>
                <a:lnTo>
                  <a:pt x="9492" y="73779"/>
                </a:lnTo>
                <a:lnTo>
                  <a:pt x="0" y="120802"/>
                </a:lnTo>
                <a:lnTo>
                  <a:pt x="0" y="184549"/>
                </a:lnTo>
                <a:lnTo>
                  <a:pt x="9492" y="231572"/>
                </a:lnTo>
                <a:lnTo>
                  <a:pt x="35381" y="269970"/>
                </a:lnTo>
                <a:lnTo>
                  <a:pt x="73779" y="295859"/>
                </a:lnTo>
                <a:lnTo>
                  <a:pt x="120802" y="305351"/>
                </a:lnTo>
                <a:lnTo>
                  <a:pt x="2807977" y="305351"/>
                </a:lnTo>
                <a:lnTo>
                  <a:pt x="2855000" y="295859"/>
                </a:lnTo>
                <a:lnTo>
                  <a:pt x="2893398" y="269970"/>
                </a:lnTo>
                <a:lnTo>
                  <a:pt x="2919287" y="231572"/>
                </a:lnTo>
                <a:lnTo>
                  <a:pt x="2928779" y="184549"/>
                </a:lnTo>
                <a:lnTo>
                  <a:pt x="2928779" y="120802"/>
                </a:lnTo>
                <a:lnTo>
                  <a:pt x="2919287" y="73779"/>
                </a:lnTo>
                <a:lnTo>
                  <a:pt x="2893398" y="35381"/>
                </a:lnTo>
                <a:lnTo>
                  <a:pt x="2855000" y="9492"/>
                </a:lnTo>
                <a:lnTo>
                  <a:pt x="2807977" y="0"/>
                </a:lnTo>
                <a:close/>
              </a:path>
            </a:pathLst>
          </a:custGeom>
          <a:solidFill>
            <a:srgbClr val="DAE3F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sz="1092" i="0" u="none" strike="noStrike" kern="1200" cap="none" spc="0" normalizeH="0" baseline="0" noProof="0">
              <a:ln>
                <a:noFill/>
              </a:ln>
              <a:solidFill>
                <a:srgbClr val="202756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pic>
        <p:nvPicPr>
          <p:cNvPr id="21" name="bg object 24">
            <a:extLst>
              <a:ext uri="{FF2B5EF4-FFF2-40B4-BE49-F238E27FC236}">
                <ns2:creationId id="{31FC7B48-C5A6-881B-68BF-572FBC60C9CF}"/>
              </a:ext>
            </a:extLst>
          </p:cNvPr>
          <p:cNvPicPr/>
          <p:nvPr/>
        </p:nvPicPr>
        <p:blipFill>
          <a:blip ns3:embed="rId7" cstate="print"/>
          <a:stretch>
            <a:fillRect/>
          </a:stretch>
        </p:blipFill>
        <p:spPr>
          <a:xfrm>
            <a:off x="2332205" y="6033218"/>
            <a:ext cx="70519" cy="70525"/>
          </a:xfrm>
          <a:prstGeom prst="rect">
            <a:avLst/>
          </a:prstGeom>
        </p:spPr>
      </p:pic>
      <p:sp>
        <p:nvSpPr>
          <p:cNvPr id="23" name="圆角矩形 22">
            <a:extLst>
              <a:ext uri="{FF2B5EF4-FFF2-40B4-BE49-F238E27FC236}">
                <ns2:creationId id="{128AC23A-A8D4-8779-508B-234A71F3081F}"/>
              </a:ext>
            </a:extLst>
          </p:cNvPr>
          <p:cNvSpPr/>
          <p:nvPr/>
        </p:nvSpPr>
        <p:spPr>
          <a:xfrm>
            <a:off x="771941" y="5668915"/>
            <a:ext cx="1630783" cy="176567"/>
          </a:xfrm>
          <a:prstGeom prst="roundRect">
            <a:avLst>
              <a:gd name="adj" fmla="val 50000"/>
            </a:avLst>
          </a:prstGeom>
          <a:solidFill>
            <a:srgbClr val="EAE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pic>
        <p:nvPicPr>
          <p:cNvPr id="24" name="bg object 20">
            <a:extLst>
              <a:ext uri="{FF2B5EF4-FFF2-40B4-BE49-F238E27FC236}">
                <ns2:creationId id="{57F70BAF-19CF-67B5-2891-D5F335CAAB88}"/>
              </a:ext>
            </a:extLst>
          </p:cNvPr>
          <p:cNvPicPr/>
          <p:nvPr/>
        </p:nvPicPr>
        <p:blipFill>
          <a:blip ns3:embed="rId8" cstate="print"/>
          <a:stretch>
            <a:fillRect/>
          </a:stretch>
        </p:blipFill>
        <p:spPr>
          <a:xfrm>
            <a:off x="836633" y="5719393"/>
            <a:ext cx="70519" cy="70525"/>
          </a:xfrm>
          <a:prstGeom prst="rect">
            <a:avLst/>
          </a:prstGeom>
        </p:spPr>
      </p:pic>
      <p:pic>
        <p:nvPicPr>
          <p:cNvPr id="25" name="bg object 24">
            <a:extLst>
              <a:ext uri="{FF2B5EF4-FFF2-40B4-BE49-F238E27FC236}">
                <ns2:creationId id="{7192AF3F-A8DB-EF0B-701E-52C1ECB77BA3}"/>
              </a:ext>
            </a:extLst>
          </p:cNvPr>
          <p:cNvPicPr/>
          <p:nvPr/>
        </p:nvPicPr>
        <p:blipFill>
          <a:blip ns3:embed="rId7" cstate="print"/>
          <a:stretch>
            <a:fillRect/>
          </a:stretch>
        </p:blipFill>
        <p:spPr>
          <a:xfrm>
            <a:off x="836633" y="6033218"/>
            <a:ext cx="70519" cy="70525"/>
          </a:xfrm>
          <a:prstGeom prst="rect">
            <a:avLst/>
          </a:prstGeom>
        </p:spPr>
      </p:pic>
      <p:sp>
        <p:nvSpPr>
          <p:cNvPr id="26" name="圆角矩形 25">
            <a:extLst>
              <a:ext uri="{FF2B5EF4-FFF2-40B4-BE49-F238E27FC236}">
                <ns2:creationId id="{063F260D-E138-EDAE-EC17-0E07894EF226}"/>
              </a:ext>
            </a:extLst>
          </p:cNvPr>
          <p:cNvSpPr/>
          <p:nvPr/>
        </p:nvSpPr>
        <p:spPr>
          <a:xfrm>
            <a:off x="2503741" y="5668915"/>
            <a:ext cx="1504586" cy="176567"/>
          </a:xfrm>
          <a:prstGeom prst="roundRect">
            <a:avLst>
              <a:gd name="adj" fmla="val 50000"/>
            </a:avLst>
          </a:prstGeom>
          <a:solidFill>
            <a:srgbClr val="EAE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pic>
        <p:nvPicPr>
          <p:cNvPr id="27" name="bg object 20">
            <a:extLst>
              <a:ext uri="{FF2B5EF4-FFF2-40B4-BE49-F238E27FC236}">
                <ns2:creationId id="{336EF202-17F8-9843-61D2-A6765EE84225}"/>
              </a:ext>
            </a:extLst>
          </p:cNvPr>
          <p:cNvPicPr/>
          <p:nvPr/>
        </p:nvPicPr>
        <p:blipFill>
          <a:blip ns3:embed="rId8" cstate="print"/>
          <a:stretch>
            <a:fillRect/>
          </a:stretch>
        </p:blipFill>
        <p:spPr>
          <a:xfrm>
            <a:off x="2568432" y="5719393"/>
            <a:ext cx="70519" cy="70525"/>
          </a:xfrm>
          <a:prstGeom prst="rect">
            <a:avLst/>
          </a:prstGeom>
        </p:spPr>
      </p:pic>
      <p:sp>
        <p:nvSpPr>
          <p:cNvPr id="28" name="圆角矩形 27">
            <a:extLst>
              <a:ext uri="{FF2B5EF4-FFF2-40B4-BE49-F238E27FC236}">
                <ns2:creationId id="{0F6C5D87-1D55-250A-8D80-4DEAA2D1A2C2}"/>
              </a:ext>
            </a:extLst>
          </p:cNvPr>
          <p:cNvSpPr/>
          <p:nvPr/>
        </p:nvSpPr>
        <p:spPr>
          <a:xfrm>
            <a:off x="4109344" y="5668915"/>
            <a:ext cx="1630783" cy="176567"/>
          </a:xfrm>
          <a:prstGeom prst="roundRect">
            <a:avLst>
              <a:gd name="adj" fmla="val 50000"/>
            </a:avLst>
          </a:prstGeom>
          <a:solidFill>
            <a:srgbClr val="EAE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pic>
        <p:nvPicPr>
          <p:cNvPr id="29" name="bg object 20">
            <a:extLst>
              <a:ext uri="{FF2B5EF4-FFF2-40B4-BE49-F238E27FC236}">
                <ns2:creationId id="{E697F752-260C-1BAD-6DC6-FAC6A45FBFB1}"/>
              </a:ext>
            </a:extLst>
          </p:cNvPr>
          <p:cNvPicPr/>
          <p:nvPr/>
        </p:nvPicPr>
        <p:blipFill>
          <a:blip ns3:embed="rId8" cstate="print"/>
          <a:stretch>
            <a:fillRect/>
          </a:stretch>
        </p:blipFill>
        <p:spPr>
          <a:xfrm>
            <a:off x="4174036" y="5719393"/>
            <a:ext cx="70519" cy="7052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ns2:creationId id="{39AD70E5-2A49-547C-0EBF-911F7BB13E0A}"/>
              </a:ext>
            </a:extLst>
          </p:cNvPr>
          <p:cNvSpPr txBox="1"/>
          <p:nvPr/>
        </p:nvSpPr>
        <p:spPr>
          <a:xfrm>
            <a:off x="2375122" y="5938397"/>
            <a:ext cx="1562514" cy="25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lang="en" altLang="zh-CN" sz="1031" i="0" u="none" strike="noStrike" kern="1200" cap="none" spc="0" normalizeH="0" baseline="0" noProof="0" dirty="0">
                <a:ln>
                  <a:noFill/>
                </a:ln>
                <a:solidFill>
                  <a:srgbClr val="111B3C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City-scale intelligence</a:t>
            </a:r>
            <a:endParaRPr kumimoji="0" lang="zh-CN" altLang="en-US" sz="1031" i="0" u="none" strike="noStrike" kern="1200" cap="none" spc="0" normalizeH="0" baseline="0" noProof="0" dirty="0">
              <a:ln>
                <a:noFill/>
              </a:ln>
              <a:solidFill>
                <a:srgbClr val="111B3C"/>
              </a:solidFill>
              <a:effectLst/>
              <a:uLnTx/>
              <a:uFillTx/>
              <a:latin typeface="Clarity City" pitchFamily="2" charset="0"/>
              <a:ea typeface="OPPOSans R"/>
              <a:cs typeface="OPPOSans R"/>
            </a:endParaRPr>
          </a:p>
        </p:txBody>
      </p:sp>
      <p:sp>
        <p:nvSpPr>
          <p:cNvPr id="31" name="文本框 30">
            <a:extLst>
              <a:ext uri="{FF2B5EF4-FFF2-40B4-BE49-F238E27FC236}">
                <ns2:creationId id="{34DE889A-3C29-4B43-67D6-885630173F96}"/>
              </a:ext>
            </a:extLst>
          </p:cNvPr>
          <p:cNvSpPr txBox="1"/>
          <p:nvPr/>
        </p:nvSpPr>
        <p:spPr>
          <a:xfrm>
            <a:off x="4230181" y="5633992"/>
            <a:ext cx="1509618" cy="25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lang="en" altLang="zh-CN" sz="1031" i="0" u="none" strike="noStrike" kern="1200" cap="none" spc="0" normalizeH="0" baseline="0" noProof="0" dirty="0">
                <a:ln>
                  <a:noFill/>
                </a:ln>
                <a:solidFill>
                  <a:srgbClr val="111B3C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Autonomous spaces</a:t>
            </a:r>
            <a:endParaRPr kumimoji="0" lang="zh-CN" altLang="en-US" sz="1031" i="0" u="none" strike="noStrike" kern="1200" cap="none" spc="0" normalizeH="0" baseline="0" noProof="0" dirty="0">
              <a:ln>
                <a:noFill/>
              </a:ln>
              <a:solidFill>
                <a:srgbClr val="111B3C"/>
              </a:solidFill>
              <a:effectLst/>
              <a:uLnTx/>
              <a:uFillTx/>
              <a:latin typeface="Clarity City" pitchFamily="2" charset="0"/>
              <a:ea typeface="OPPOSans R"/>
              <a:cs typeface="OPPOSans R"/>
            </a:endParaRPr>
          </a:p>
        </p:txBody>
      </p:sp>
      <p:sp>
        <p:nvSpPr>
          <p:cNvPr id="32" name="文本框 31">
            <a:extLst>
              <a:ext uri="{FF2B5EF4-FFF2-40B4-BE49-F238E27FC236}">
                <ns2:creationId id="{B22A32DE-0161-44FE-3FCB-01CC73435DDF}"/>
              </a:ext>
            </a:extLst>
          </p:cNvPr>
          <p:cNvSpPr txBox="1"/>
          <p:nvPr/>
        </p:nvSpPr>
        <p:spPr>
          <a:xfrm>
            <a:off x="2606811" y="5633992"/>
            <a:ext cx="1509618" cy="25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lang="en" altLang="zh-CN" sz="1031" i="0" u="none" strike="noStrike" kern="1200" cap="none" spc="0" normalizeH="0" baseline="0" noProof="0" dirty="0">
                <a:ln>
                  <a:noFill/>
                </a:ln>
                <a:solidFill>
                  <a:srgbClr val="111B3C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Spatial digital twins</a:t>
            </a:r>
            <a:endParaRPr kumimoji="0" lang="zh-CN" altLang="en-US" sz="1031" i="0" u="none" strike="noStrike" kern="1200" cap="none" spc="0" normalizeH="0" baseline="0" noProof="0" dirty="0">
              <a:ln>
                <a:noFill/>
              </a:ln>
              <a:solidFill>
                <a:srgbClr val="111B3C"/>
              </a:solidFill>
              <a:effectLst/>
              <a:uLnTx/>
              <a:uFillTx/>
              <a:latin typeface="Clarity City" pitchFamily="2" charset="0"/>
              <a:ea typeface="OPPOSans R"/>
              <a:cs typeface="OPPOSans R"/>
            </a:endParaRPr>
          </a:p>
        </p:txBody>
      </p:sp>
      <p:sp>
        <p:nvSpPr>
          <p:cNvPr id="33" name="文本框 32">
            <a:extLst>
              <a:ext uri="{FF2B5EF4-FFF2-40B4-BE49-F238E27FC236}">
                <ns2:creationId id="{44E587D4-1384-32DA-C390-B8E01F2AAFAB}"/>
              </a:ext>
            </a:extLst>
          </p:cNvPr>
          <p:cNvSpPr txBox="1"/>
          <p:nvPr/>
        </p:nvSpPr>
        <p:spPr>
          <a:xfrm>
            <a:off x="896838" y="5630979"/>
            <a:ext cx="1509618" cy="25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lang="zh-CN" altLang="en-US" sz="1031" i="0" u="none" strike="noStrike" kern="1200" cap="none" spc="0" normalizeH="0" baseline="0" noProof="0" dirty="0">
                <a:ln>
                  <a:noFill/>
                </a:ln>
                <a:solidFill>
                  <a:srgbClr val="111B3C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Multi-Agent Systems </a:t>
            </a:r>
          </a:p>
        </p:txBody>
      </p:sp>
      <p:sp>
        <p:nvSpPr>
          <p:cNvPr id="34" name="文本框 33">
            <a:extLst>
              <a:ext uri="{FF2B5EF4-FFF2-40B4-BE49-F238E27FC236}">
                <ns2:creationId id="{D4E0F67F-E572-9E9B-4341-4DF0DF40DB9E}"/>
              </a:ext>
            </a:extLst>
          </p:cNvPr>
          <p:cNvSpPr txBox="1"/>
          <p:nvPr/>
        </p:nvSpPr>
        <p:spPr>
          <a:xfrm>
            <a:off x="866566" y="5938397"/>
            <a:ext cx="1282721" cy="25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lang="en" altLang="zh-CN" sz="1031" i="0" u="none" strike="noStrike" kern="1200" cap="none" spc="0" normalizeH="0" baseline="0" noProof="0" dirty="0">
                <a:ln>
                  <a:noFill/>
                </a:ln>
                <a:solidFill>
                  <a:srgbClr val="111B3C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Climate resilience</a:t>
            </a:r>
            <a:endParaRPr kumimoji="0" lang="zh-CN" altLang="en-US" sz="1031" i="0" u="none" strike="noStrike" kern="1200" cap="none" spc="0" normalizeH="0" baseline="0" noProof="0" dirty="0">
              <a:ln>
                <a:noFill/>
              </a:ln>
              <a:solidFill>
                <a:srgbClr val="111B3C"/>
              </a:solidFill>
              <a:effectLst/>
              <a:uLnTx/>
              <a:uFillTx/>
              <a:latin typeface="Clarity City" pitchFamily="2" charset="0"/>
              <a:ea typeface="OPPOSans R"/>
              <a:cs typeface="OPPOSans R"/>
            </a:endParaRPr>
          </a:p>
        </p:txBody>
      </p:sp>
      <p:cxnSp>
        <p:nvCxnSpPr>
          <p:cNvPr id="36" name="直线连接符 18">
            <a:extLst>
              <a:ext uri="{FF2B5EF4-FFF2-40B4-BE49-F238E27FC236}">
                <ns2:creationId id="{D90C7CAC-2F6E-4859-BBB1-F353908787E5}"/>
              </a:ext>
            </a:extLst>
          </p:cNvPr>
          <p:cNvCxnSpPr/>
          <p:nvPr/>
        </p:nvCxnSpPr>
        <p:spPr>
          <a:xfrm>
            <a:off x="2656453" y="662957"/>
            <a:ext cx="0" cy="349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 descr="文本&#10;&#10;AI 生成的内容可能不正确。">
            <a:extLst>
              <a:ext uri="{FF2B5EF4-FFF2-40B4-BE49-F238E27FC236}">
                <ns2:creationId id="{25975F3C-BA16-613A-694C-D9965DC613C1}"/>
              </a:ext>
            </a:extLst>
          </p:cNvPr>
          <p:cNvPicPr>
            <a:picLocks noChangeAspect="1"/>
          </p:cNvPicPr>
          <p:nvPr/>
        </p:nvPicPr>
        <p:blipFill>
          <a:blip ns3:embed="rId9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2897548" y="549402"/>
            <a:ext cx="1386083" cy="556908"/>
          </a:xfrm>
          <a:prstGeom prst="rect">
            <a:avLst/>
          </a:prstGeom>
        </p:spPr>
      </p:pic>
      <p:sp>
        <p:nvSpPr>
          <p:cNvPr id="39" name="object 14">
            <a:extLst>
              <a:ext uri="{FF2B5EF4-FFF2-40B4-BE49-F238E27FC236}">
                <ns2:creationId id="{5650F754-1936-88B8-4F8F-97528F3FE0FE}"/>
              </a:ext>
            </a:extLst>
          </p:cNvPr>
          <p:cNvSpPr txBox="1"/>
          <p:nvPr/>
        </p:nvSpPr>
        <p:spPr>
          <a:xfrm>
            <a:off x="771941" y="6601270"/>
            <a:ext cx="1852833" cy="176567"/>
          </a:xfrm>
          <a:prstGeom prst="rect">
            <a:avLst/>
          </a:prstGeom>
        </p:spPr>
        <p:txBody>
          <a:bodyPr vert="horz" wrap="square" lIns="0" tIns="8469" rIns="0" bIns="0" rtlCol="0">
            <a:spAutoFit/>
          </a:bodyPr>
          <a:lstStyle/>
          <a:p>
            <a:pPr marL="7699" marR="0" lvl="0" indent="0" algn="l" defTabSz="457200" rtl="0" eaLnBrk="1" fontAlgn="auto" latinLnBrk="0" hangingPunct="1">
              <a:lnSpc>
                <a:spcPct val="100000"/>
              </a:lnSpc>
              <a:spcBef>
                <a:spcPts val="67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sz="1092" i="0" u="none" strike="noStrike" kern="1200" cap="none" spc="-15" normalizeH="0" baseline="0" noProof="0" dirty="0">
                <a:ln>
                  <a:noFill/>
                </a:ln>
                <a:solidFill>
                  <a:srgbClr val="1E2855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STRICTLY</a:t>
            </a:r>
            <a:r>
              <a:rPr kumimoji="0" sz="1092" i="0" u="none" strike="noStrike" kern="1200" cap="none" spc="-30" normalizeH="0" baseline="0" noProof="0" dirty="0">
                <a:ln>
                  <a:noFill/>
                </a:ln>
                <a:solidFill>
                  <a:srgbClr val="1E2855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 </a:t>
            </a:r>
            <a:r>
              <a:rPr kumimoji="0" sz="1092" i="0" u="none" strike="noStrike" kern="1200" cap="none" spc="-6" normalizeH="0" baseline="0" noProof="0" dirty="0">
                <a:ln>
                  <a:noFill/>
                </a:ln>
                <a:solidFill>
                  <a:srgbClr val="1E2855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CONFIDENTIAL</a:t>
            </a:r>
            <a:endParaRPr kumimoji="0" sz="1092" i="0" u="none" strike="noStrike" kern="1200" cap="none" spc="0" normalizeH="0" baseline="0" noProof="0" dirty="0">
              <a:ln>
                <a:noFill/>
              </a:ln>
              <a:solidFill>
                <a:srgbClr val="202756"/>
              </a:solidFill>
              <a:effectLst/>
              <a:uLnTx/>
              <a:uFillTx/>
              <a:latin typeface="Clarity City" pitchFamily="2" charset="0"/>
              <a:ea typeface="OPPOSans R"/>
              <a:cs typeface="OPPOSans R"/>
            </a:endParaRPr>
          </a:p>
        </p:txBody>
      </p:sp>
      <p:sp>
        <p:nvSpPr>
          <p:cNvPr id="40" name="Google Shape;158;g20695613bef_0_13">
            <a:extLst>
              <a:ext uri="{FF2B5EF4-FFF2-40B4-BE49-F238E27FC236}">
                <ns2:creationId id="{BE45ECE2-22E7-23F1-FB8C-CF8EF3FC16AF}"/>
              </a:ext>
            </a:extLst>
          </p:cNvPr>
          <p:cNvSpPr txBox="1">
            <a:spLocks/>
          </p:cNvSpPr>
          <p:nvPr/>
        </p:nvSpPr>
        <p:spPr>
          <a:xfrm>
            <a:off x="10414572" y="6611397"/>
            <a:ext cx="1411577" cy="143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="1">
                <a:solidFill>
                  <a:schemeClr val="tx1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algn="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fr-FR" sz="933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Copyright © 202</a:t>
            </a:r>
            <a:r>
              <a:rPr lang="en-US" altLang="zh-CN" sz="933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6</a:t>
            </a:r>
            <a:r>
              <a:rPr lang="fr-FR" sz="933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 AKILA</a:t>
            </a:r>
          </a:p>
        </p:txBody>
      </p:sp>
      <p:sp>
        <p:nvSpPr>
          <p:cNvPr id="41" name="object 3">
            <a:extLst>
              <a:ext uri="{FF2B5EF4-FFF2-40B4-BE49-F238E27FC236}">
                <ns2:creationId id="{4E539F49-6EEE-61D8-CAEA-0AFB8E686A97}"/>
              </a:ext>
            </a:extLst>
          </p:cNvPr>
          <p:cNvSpPr txBox="1"/>
          <p:nvPr/>
        </p:nvSpPr>
        <p:spPr>
          <a:xfrm>
            <a:off x="9973317" y="6226593"/>
            <a:ext cx="1852832" cy="195161"/>
          </a:xfrm>
          <a:prstGeom prst="rect">
            <a:avLst/>
          </a:prstGeom>
        </p:spPr>
        <p:txBody>
          <a:bodyPr vert="horz" wrap="square" lIns="0" tIns="10394" rIns="0" bIns="0" rtlCol="0">
            <a:spAutoFit/>
          </a:bodyPr>
          <a:lstStyle/>
          <a:p>
            <a:pPr marL="7699" marR="0" lvl="0" indent="0" algn="r" defTabSz="554326" rtl="0" eaLnBrk="1" fontAlgn="auto" latinLnBrk="0" hangingPunct="1">
              <a:lnSpc>
                <a:spcPct val="100000"/>
              </a:lnSpc>
              <a:spcBef>
                <a:spcPts val="82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akila3d.com</a:t>
            </a:r>
          </a:p>
        </p:txBody>
      </p:sp>
      <p:sp>
        <p:nvSpPr>
          <p:cNvPr id="52" name="文本占位符 51">
            <a:extLst>
              <a:ext uri="{FF2B5EF4-FFF2-40B4-BE49-F238E27FC236}">
                <ns2:creationId id="{217D12D2-A5FE-98FA-269A-29AAEB377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9540" y="2494277"/>
            <a:ext cx="5586412" cy="914400"/>
          </a:xfrm>
          <a:prstGeom prst="rect">
            <a:avLst/>
          </a:prstGeom>
        </p:spPr>
        <p:txBody>
          <a:bodyPr/>
          <a:lstStyle>
            <a:lvl1pPr marL="7699" marR="308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latin typeface="Clarity City" pitchFamily="2" charset="0"/>
                <a:ea typeface="OPPOSans B"/>
                <a:cs typeface="OPPOSans B"/>
              </a:defRPr>
            </a:lvl1pPr>
            <a:lvl2pPr>
              <a:defRPr sz="2000" b="1">
                <a:latin typeface="Clarity City"/>
                <a:ea typeface="OPPOSans B"/>
                <a:cs typeface="OPPOSans B"/>
              </a:defRPr>
            </a:lvl2pPr>
            <a:lvl3pPr>
              <a:defRPr sz="1800" b="1">
                <a:latin typeface="Clarity City"/>
                <a:ea typeface="OPPOSans B"/>
                <a:cs typeface="OPPOSans B"/>
              </a:defRPr>
            </a:lvl3pPr>
            <a:lvl4pPr>
              <a:defRPr sz="1600" b="1">
                <a:latin typeface="Clarity City"/>
                <a:ea typeface="OPPOSans B"/>
                <a:cs typeface="OPPOSans B"/>
              </a:defRPr>
            </a:lvl4pPr>
            <a:lvl5pPr>
              <a:defRPr sz="1600" b="1">
                <a:latin typeface="Clarity City"/>
                <a:ea typeface="OPPOSans B"/>
                <a:cs typeface="OPPOSans B"/>
              </a:defRPr>
            </a:lvl5pPr>
          </a:lstStyle>
          <a:p>
            <a:pPr marL="7699" marR="308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Clarity City"/>
                <a:ea typeface="OPPOSans B"/>
                <a:cs typeface="OPPOSans B"/>
              </a:defRPr>
            </a:pPr>
            <a:r>
              <a:rPr lang="en-US" altLang="zh-CN" sz="3200" kern="1600" spc="-107" dirty="0" b="1">
                <a:solidFill>
                  <a:srgbClr val="202756"/>
                </a:solidFill>
                <a:latin typeface="Clarity City" panose="00000900000000000000" pitchFamily="2" charset="0"/>
                <a:ea typeface="OPPOSans B" panose="02010600030101010101" pitchFamily="2" charset="-122"/>
                <a:cs typeface="OPPOSans B"/>
              </a:rPr>
              <a:t>Presentation title</a:t>
            </a:r>
          </a:p>
          <a:p>
            <a:pPr marL="7699" marR="308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Clarity City"/>
                <a:ea typeface="OPPOSans B"/>
                <a:cs typeface="OPPOSans B"/>
              </a:defRPr>
            </a:pPr>
            <a:r>
              <a:rPr kumimoji="0" lang="en-US" altLang="zh-CN" sz="3200" b="1" i="0" u="none" strike="noStrike" kern="1600" cap="none" spc="-107" normalizeH="0" baseline="0" noProof="0" dirty="0">
                <a:ln>
                  <a:noFill/>
                </a:ln>
                <a:solidFill>
                  <a:srgbClr val="202756"/>
                </a:solidFill>
                <a:effectLst/>
                <a:uLnTx/>
                <a:uFillTx/>
                <a:latin typeface="Clarity City" panose="00000900000000000000" pitchFamily="2" charset="0"/>
                <a:ea typeface="OPPOSans B" panose="02010600030101010101" pitchFamily="2" charset="-122"/>
                <a:cs typeface="OPPOSans B"/>
              </a:rPr>
              <a:t>Presentation title</a:t>
            </a:r>
          </a:p>
        </p:txBody>
      </p:sp>
      <p:sp>
        <p:nvSpPr>
          <p:cNvPr id="54" name="文本占位符 53">
            <a:extLst>
              <a:ext uri="{FF2B5EF4-FFF2-40B4-BE49-F238E27FC236}">
                <ns2:creationId id="{6E1EDEC5-AA5E-B521-02AD-436A1A2A22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9540" y="3672341"/>
            <a:ext cx="4167187" cy="628849"/>
          </a:xfrm>
          <a:prstGeom prst="rect">
            <a:avLst/>
          </a:prstGeom>
        </p:spPr>
        <p:txBody>
          <a:bodyPr/>
          <a:lstStyle>
            <a:lvl1pPr marL="7699" marR="0" indent="0" algn="l" defTabSz="554326" rtl="0" eaLnBrk="1" fontAlgn="auto" latinLnBrk="0" hangingPunct="1">
              <a:lnSpc>
                <a:spcPct val="100000"/>
              </a:lnSpc>
              <a:spcBef>
                <a:spcPts val="82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altLang="zh-CN" sz="1800" kern="1200">
                <a:solidFill>
                  <a:srgbClr val="385BEA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marL="7699" marR="0" lvl="0" indent="0" algn="l" defTabSz="554326" rtl="0" eaLnBrk="1" fontAlgn="auto" latinLnBrk="0" hangingPunct="1">
              <a:lnSpc>
                <a:spcPct val="100000"/>
              </a:lnSpc>
              <a:spcBef>
                <a:spcPts val="82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dirty="0">
                <a:solidFill>
                  <a:srgbClr val="385BEA"/>
                </a:solidFill>
                <a:latin typeface="Clarity City" pitchFamily="2" charset="0"/>
                <a:ea typeface="OPPOSans R"/>
                <a:cs typeface="OPPOSans R"/>
              </a:rPr>
              <a:t>Presentation subtitle</a:t>
            </a:r>
          </a:p>
          <a:p>
            <a:pPr marL="7699" marR="0" lvl="0" indent="0" algn="l" defTabSz="554326" rtl="0" eaLnBrk="1" fontAlgn="auto" latinLnBrk="0" hangingPunct="1">
              <a:lnSpc>
                <a:spcPct val="100000"/>
              </a:lnSpc>
              <a:spcBef>
                <a:spcPts val="82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dirty="0">
                <a:solidFill>
                  <a:srgbClr val="385BEA"/>
                </a:solidFill>
                <a:latin typeface="Clarity City" pitchFamily="2" charset="0"/>
                <a:ea typeface="OPPOSans R"/>
                <a:cs typeface="OPPOSans R"/>
              </a:rPr>
              <a:t>Presentation subtitle</a:t>
            </a:r>
          </a:p>
        </p:txBody>
      </p:sp>
      <p:sp>
        <p:nvSpPr>
          <p:cNvPr id="66" name="文本占位符 65">
            <a:extLst>
              <a:ext uri="{FF2B5EF4-FFF2-40B4-BE49-F238E27FC236}">
                <ns2:creationId id="{68B44ACE-4EB2-2B29-2C5C-1C06C23F4F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9540" y="2079625"/>
            <a:ext cx="2219325" cy="284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Date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60939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ns2:creationId id="{F939CD9C-38CE-D872-10FA-E09373CDD5FF}"/>
              </a:ext>
            </a:extLst>
          </p:cNvPr>
          <p:cNvSpPr txBox="1">
            <a:spLocks/>
          </p:cNvSpPr>
          <p:nvPr/>
        </p:nvSpPr>
        <p:spPr>
          <a:xfrm>
            <a:off x="758165" y="560803"/>
            <a:ext cx="6320376" cy="625812"/>
          </a:xfrm>
          <a:prstGeom prst="rect">
            <a:avLst/>
          </a:prstGeom>
        </p:spPr>
        <p:txBody>
          <a:bodyPr/>
          <a:lstStyle>
            <a:lvl1pPr algn="l" defTabSz="9143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b="1" i="0" kern="1200">
                <a:solidFill>
                  <a:schemeClr val="accent1"/>
                </a:solidFill>
                <a:latin typeface="Clarity City" panose="00000300000000000000" pitchFamily="50" charset="0"/>
                <a:ea typeface="OPPOSans B"/>
                <a:cs typeface="OPPOSans B"/>
              </a:defRPr>
            </a:lvl1pPr>
          </a:lstStyle>
          <a:p>
            <a:r>
              <a:rPr lang="en-US" altLang="zh-CN" sz="3200" spc="-200" dirty="0" b="1">
                <a:solidFill>
                  <a:srgbClr val="111B3D"/>
                </a:solidFill>
                <a:latin typeface="Clarity City" panose="00000900000000000000" pitchFamily="2" charset="0"/>
                <a:ea typeface="OPPOSans B" panose="020B0604030504040204" pitchFamily="50" charset="-128"/>
                <a:cs typeface="OPPOSans B"/>
              </a:rPr>
              <a:t>Content</a:t>
            </a:r>
            <a:endParaRPr lang="zh-CN" altLang="en-US" sz="3200" spc="-200" dirty="0" b="1">
              <a:solidFill>
                <a:srgbClr val="111B3D"/>
              </a:solidFill>
              <a:latin typeface="Clarity City" panose="00000900000000000000" pitchFamily="2" charset="0"/>
              <a:ea typeface="OPPOSans B" panose="020B0604030504040204" pitchFamily="50" charset="-128"/>
              <a:cs typeface="OPPOSans B"/>
            </a:endParaRPr>
          </a:p>
        </p:txBody>
      </p:sp>
      <p:sp>
        <p:nvSpPr>
          <p:cNvPr id="29" name="文本占位符 65">
            <a:extLst>
              <a:ext uri="{FF2B5EF4-FFF2-40B4-BE49-F238E27FC236}">
                <ns2:creationId id="{97429E4E-680F-B404-BABC-9716C5D2B9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8563" y="2082305"/>
            <a:ext cx="2219325" cy="331478"/>
          </a:xfrm>
          <a:prstGeom prst="rect">
            <a:avLst/>
          </a:prstGeom>
          <a:noFill/>
          <a:ln>
            <a:noFill/>
          </a:ln>
        </p:spPr>
        <p:txBody>
          <a:bodyPr wrap="square" lIns="108816" tIns="54408" rIns="108816" bIns="54408" rtlCol="0">
            <a:spAutoFit/>
          </a:bodyPr>
          <a:lstStyle>
            <a:lvl1pPr marL="0" indent="0">
              <a:buNone/>
              <a:defRPr lang="zh-CN" altLang="en-US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rPr>
              <a:t>Chapter title</a:t>
            </a:r>
          </a:p>
        </p:txBody>
      </p:sp>
      <p:sp>
        <p:nvSpPr>
          <p:cNvPr id="32" name="文本占位符 65">
            <a:extLst>
              <a:ext uri="{FF2B5EF4-FFF2-40B4-BE49-F238E27FC236}">
                <ns2:creationId id="{5F0AEB40-B59E-DE44-5201-8DBB6FD64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8563" y="2888105"/>
            <a:ext cx="2219325" cy="331478"/>
          </a:xfrm>
          <a:prstGeom prst="rect">
            <a:avLst/>
          </a:prstGeom>
          <a:noFill/>
          <a:ln>
            <a:noFill/>
          </a:ln>
        </p:spPr>
        <p:txBody>
          <a:bodyPr wrap="square" lIns="108816" tIns="54408" rIns="108816" bIns="54408" rtlCol="0">
            <a:spAutoFit/>
          </a:bodyPr>
          <a:lstStyle>
            <a:lvl1pPr marL="0" indent="0">
              <a:buNone/>
              <a:defRPr lang="zh-CN" altLang="en-US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rPr>
              <a:t>Chapter title</a:t>
            </a:r>
          </a:p>
        </p:txBody>
      </p:sp>
      <p:sp>
        <p:nvSpPr>
          <p:cNvPr id="44" name="文本占位符 65">
            <a:extLst>
              <a:ext uri="{FF2B5EF4-FFF2-40B4-BE49-F238E27FC236}">
                <ns2:creationId id="{FBEC2B55-7093-D0D4-BDC5-C31554D9FA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38563" y="3715043"/>
            <a:ext cx="2219325" cy="331478"/>
          </a:xfrm>
          <a:prstGeom prst="rect">
            <a:avLst/>
          </a:prstGeom>
          <a:noFill/>
          <a:ln>
            <a:noFill/>
          </a:ln>
        </p:spPr>
        <p:txBody>
          <a:bodyPr wrap="square" lIns="108816" tIns="54408" rIns="108816" bIns="54408" rtlCol="0">
            <a:spAutoFit/>
          </a:bodyPr>
          <a:lstStyle>
            <a:lvl1pPr marL="0" indent="0">
              <a:buNone/>
              <a:defRPr lang="zh-CN" altLang="en-US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rPr>
              <a:t>Chapter title</a:t>
            </a:r>
          </a:p>
        </p:txBody>
      </p:sp>
      <p:sp>
        <p:nvSpPr>
          <p:cNvPr id="46" name="文本占位符 65">
            <a:extLst>
              <a:ext uri="{FF2B5EF4-FFF2-40B4-BE49-F238E27FC236}">
                <ns2:creationId id="{D85D3166-99C2-7F12-7605-5CB6321E21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8563" y="4520843"/>
            <a:ext cx="2219325" cy="331478"/>
          </a:xfrm>
          <a:prstGeom prst="rect">
            <a:avLst/>
          </a:prstGeom>
          <a:noFill/>
          <a:ln>
            <a:noFill/>
          </a:ln>
        </p:spPr>
        <p:txBody>
          <a:bodyPr wrap="square" lIns="108816" tIns="54408" rIns="108816" bIns="54408" rtlCol="0">
            <a:spAutoFit/>
          </a:bodyPr>
          <a:lstStyle>
            <a:lvl1pPr marL="0" indent="0">
              <a:buNone/>
              <a:defRPr lang="zh-CN" altLang="en-US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rPr>
              <a:t>Chapter title</a:t>
            </a:r>
          </a:p>
        </p:txBody>
      </p:sp>
      <p:sp>
        <p:nvSpPr>
          <p:cNvPr id="48" name="文本占位符 65">
            <a:extLst>
              <a:ext uri="{FF2B5EF4-FFF2-40B4-BE49-F238E27FC236}">
                <ns2:creationId id="{AA21F44B-7166-3728-E4D2-DF50785BBD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38563" y="5324654"/>
            <a:ext cx="2219325" cy="331478"/>
          </a:xfrm>
          <a:prstGeom prst="rect">
            <a:avLst/>
          </a:prstGeom>
          <a:noFill/>
          <a:ln>
            <a:noFill/>
          </a:ln>
        </p:spPr>
        <p:txBody>
          <a:bodyPr wrap="square" lIns="108816" tIns="54408" rIns="108816" bIns="54408" rtlCol="0">
            <a:spAutoFit/>
          </a:bodyPr>
          <a:lstStyle>
            <a:lvl1pPr marL="0" indent="0">
              <a:buNone/>
              <a:defRPr lang="zh-CN" altLang="en-US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rPr>
              <a:t>Chapter title</a:t>
            </a:r>
          </a:p>
        </p:txBody>
      </p:sp>
      <p:sp>
        <p:nvSpPr>
          <p:cNvPr id="50" name="文本占位符 65">
            <a:extLst>
              <a:ext uri="{FF2B5EF4-FFF2-40B4-BE49-F238E27FC236}">
                <ns2:creationId id="{C726AE34-23DA-AB88-F957-54E0FD2575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23430" y="2082305"/>
            <a:ext cx="2219325" cy="331478"/>
          </a:xfrm>
          <a:prstGeom prst="rect">
            <a:avLst/>
          </a:prstGeom>
          <a:noFill/>
          <a:ln>
            <a:noFill/>
          </a:ln>
        </p:spPr>
        <p:txBody>
          <a:bodyPr wrap="square" lIns="108816" tIns="54408" rIns="108816" bIns="54408" rtlCol="0">
            <a:spAutoFit/>
          </a:bodyPr>
          <a:lstStyle>
            <a:lvl1pPr marL="0" indent="0">
              <a:buNone/>
              <a:defRPr lang="zh-CN" altLang="en-US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rPr>
              <a:t>Chapter title</a:t>
            </a:r>
          </a:p>
        </p:txBody>
      </p:sp>
      <p:sp>
        <p:nvSpPr>
          <p:cNvPr id="52" name="文本占位符 65">
            <a:extLst>
              <a:ext uri="{FF2B5EF4-FFF2-40B4-BE49-F238E27FC236}">
                <ns2:creationId id="{D78BFDD2-AED0-8F29-6829-3E5800E86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23430" y="2888105"/>
            <a:ext cx="2219325" cy="331478"/>
          </a:xfrm>
          <a:prstGeom prst="rect">
            <a:avLst/>
          </a:prstGeom>
          <a:noFill/>
          <a:ln>
            <a:noFill/>
          </a:ln>
        </p:spPr>
        <p:txBody>
          <a:bodyPr wrap="square" lIns="108816" tIns="54408" rIns="108816" bIns="54408" rtlCol="0">
            <a:spAutoFit/>
          </a:bodyPr>
          <a:lstStyle>
            <a:lvl1pPr marL="0" indent="0">
              <a:buNone/>
              <a:defRPr lang="zh-CN" altLang="en-US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>
              <a:defRPr>
                <a:latin typeface="Clarity City"/>
                <a:ea typeface="OPPOSans R"/>
                <a:cs typeface="OPPOSans R"/>
              </a:defRPr>
            </a:pPr>
            <a:r>
              <a:rPr lang="en-US" altLang="zh-CN" sz="1600" cap="all" dirty="0">
                <a:solidFill>
                  <a:schemeClr val="tx2"/>
                </a:solidFill>
                <a:latin typeface="Clarity City" pitchFamily="2" charset="0"/>
                <a:ea typeface="OPPOSans R"/>
                <a:cs typeface="OPPOSans R"/>
              </a:rPr>
              <a:t>Chapter title</a:t>
            </a:r>
          </a:p>
        </p:txBody>
      </p:sp>
      <p:sp>
        <p:nvSpPr>
          <p:cNvPr id="61" name="文本占位符 60">
            <a:extLst>
              <a:ext uri="{FF2B5EF4-FFF2-40B4-BE49-F238E27FC236}">
                <ns2:creationId id="{C3E5AEE5-2DCD-2926-05DB-D69D1D0669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6891" y="1961630"/>
            <a:ext cx="689523" cy="557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i="0"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01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3" name="文本占位符 60">
            <a:extLst>
              <a:ext uri="{FF2B5EF4-FFF2-40B4-BE49-F238E27FC236}">
                <ns2:creationId id="{FC169947-0294-23B3-4720-52FB263FB08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6891" y="2771963"/>
            <a:ext cx="689523" cy="557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i="0"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02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4" name="文本占位符 60">
            <a:extLst>
              <a:ext uri="{FF2B5EF4-FFF2-40B4-BE49-F238E27FC236}">
                <ns2:creationId id="{B539AEE9-4FD7-2B7A-3111-A83391BD11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6891" y="3590946"/>
            <a:ext cx="689523" cy="557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i="0"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03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5" name="文本占位符 60">
            <a:extLst>
              <a:ext uri="{FF2B5EF4-FFF2-40B4-BE49-F238E27FC236}">
                <ns2:creationId id="{F759B636-EB2F-340C-CEC1-C0F6EC043A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6891" y="4401279"/>
            <a:ext cx="689523" cy="557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i="0"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04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6" name="文本占位符 60">
            <a:extLst>
              <a:ext uri="{FF2B5EF4-FFF2-40B4-BE49-F238E27FC236}">
                <ns2:creationId id="{BC9616DA-613A-70A7-7A07-A8AF727792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6891" y="5193052"/>
            <a:ext cx="689523" cy="557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i="0"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05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9" name="文本占位符 60">
            <a:extLst>
              <a:ext uri="{FF2B5EF4-FFF2-40B4-BE49-F238E27FC236}">
                <ns2:creationId id="{72E7B596-FCA7-1D34-B798-1B1C80F941D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1342" y="1961630"/>
            <a:ext cx="689523" cy="557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i="0"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06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0" name="文本占位符 60">
            <a:extLst>
              <a:ext uri="{FF2B5EF4-FFF2-40B4-BE49-F238E27FC236}">
                <ns2:creationId id="{F828BA00-67D3-38B8-5E5A-D96FDED1725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31342" y="2771963"/>
            <a:ext cx="689523" cy="5572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i="0"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07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3630415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">
            <a:extLst>
              <a:ext uri="{FF2B5EF4-FFF2-40B4-BE49-F238E27FC236}">
                <ns2:creationId id="{E2525789-9277-0256-B5AD-D4703CBD55ED}"/>
              </a:ext>
            </a:extLst>
          </p:cNvPr>
          <p:cNvSpPr txBox="1">
            <a:spLocks/>
          </p:cNvSpPr>
          <p:nvPr/>
        </p:nvSpPr>
        <p:spPr>
          <a:xfrm>
            <a:off x="758165" y="560803"/>
            <a:ext cx="6320376" cy="625812"/>
          </a:xfrm>
          <a:prstGeom prst="rect">
            <a:avLst/>
          </a:prstGeom>
        </p:spPr>
        <p:txBody>
          <a:bodyPr/>
          <a:lstStyle>
            <a:lvl1pPr algn="l" defTabSz="9143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b="1" i="0" kern="1200">
                <a:solidFill>
                  <a:schemeClr val="accent1"/>
                </a:solidFill>
                <a:latin typeface="Clarity City" panose="00000300000000000000" pitchFamily="50" charset="0"/>
                <a:ea typeface="OPPOSans B"/>
                <a:cs typeface="OPPOSans B"/>
              </a:defRPr>
            </a:lvl1pPr>
          </a:lstStyle>
          <a:p>
            <a:pPr marL="0" marR="0" lvl="0" indent="0" algn="l" defTabSz="91435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Clarity City"/>
                <a:ea typeface="OPPOSans B"/>
                <a:cs typeface="OPPOSans B"/>
              </a:defRPr>
            </a:pPr>
            <a:r>
              <a:rPr kumimoji="0" lang="en-US" altLang="zh-CN" sz="3200" b="1" i="0" u="none" strike="noStrike" kern="1200" cap="none" spc="-200" normalizeH="0" baseline="0" noProof="0" dirty="0">
                <a:ln>
                  <a:noFill/>
                </a:ln>
                <a:solidFill>
                  <a:srgbClr val="111B3D"/>
                </a:solidFill>
                <a:effectLst/>
                <a:uLnTx/>
                <a:uFillTx/>
                <a:latin typeface="Clarity City" panose="00000900000000000000" pitchFamily="2" charset="0"/>
                <a:ea typeface="OPPOSans B" panose="020B0604030504040204" pitchFamily="50" charset="-128"/>
                <a:cs typeface="OPPOSans B"/>
              </a:rPr>
              <a:t>Agenda</a:t>
            </a:r>
            <a:endParaRPr kumimoji="0" lang="zh-CN" altLang="en-US" sz="3200" b="1" i="0" u="none" strike="noStrike" kern="1200" cap="none" spc="-200" normalizeH="0" baseline="0" noProof="0" dirty="0">
              <a:ln>
                <a:noFill/>
              </a:ln>
              <a:solidFill>
                <a:srgbClr val="111B3D"/>
              </a:solidFill>
              <a:effectLst/>
              <a:uLnTx/>
              <a:uFillTx/>
              <a:latin typeface="Clarity City" panose="00000900000000000000" pitchFamily="2" charset="0"/>
              <a:ea typeface="OPPOSans B" panose="020B0604030504040204" pitchFamily="50" charset="-128"/>
              <a:cs typeface="OPPOSans B"/>
            </a:endParaRPr>
          </a:p>
        </p:txBody>
      </p:sp>
      <p:sp>
        <p:nvSpPr>
          <p:cNvPr id="32" name="文本占位符 31">
            <a:extLst>
              <a:ext uri="{FF2B5EF4-FFF2-40B4-BE49-F238E27FC236}">
                <ns2:creationId id="{082FFE14-0265-42A4-836E-E5E70243EB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4338" y="1640343"/>
            <a:ext cx="5696775" cy="524700"/>
          </a:xfrm>
          <a:prstGeom prst="roundRect">
            <a:avLst>
              <a:gd name="adj" fmla="val 13541"/>
            </a:avLst>
          </a:prstGeom>
          <a:solidFill>
            <a:schemeClr val="bg2"/>
          </a:solidFill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1" lang="zh-CN" altLang="en-US" sz="1800" i="0" kern="1200" dirty="0" smtClean="0">
                <a:solidFill>
                  <a:schemeClr val="tx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Agenda Item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5" name="文本占位符 34">
            <a:extLst>
              <a:ext uri="{FF2B5EF4-FFF2-40B4-BE49-F238E27FC236}">
                <ns2:creationId id="{F2D8675A-02AB-32A4-5FBA-B35D2E2779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2950" y="1639503"/>
            <a:ext cx="1970087" cy="540230"/>
          </a:xfrm>
          <a:prstGeom prst="roundRect">
            <a:avLst>
              <a:gd name="adj" fmla="val 12269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800" i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Duration(mins)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文本占位符 31">
            <a:extLst>
              <a:ext uri="{FF2B5EF4-FFF2-40B4-BE49-F238E27FC236}">
                <ns2:creationId id="{35C9892E-82EE-B1EF-4387-D227F90AE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4338" y="2403798"/>
            <a:ext cx="5696775" cy="524700"/>
          </a:xfrm>
          <a:prstGeom prst="roundRect">
            <a:avLst>
              <a:gd name="adj" fmla="val 13541"/>
            </a:avLst>
          </a:prstGeom>
          <a:solidFill>
            <a:schemeClr val="bg2"/>
          </a:solidFill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1" lang="zh-CN" altLang="en-US" sz="1800" i="0" kern="1200" dirty="0" smtClean="0">
                <a:solidFill>
                  <a:schemeClr val="tx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Agenda Item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8" name="文本占位符 34">
            <a:extLst>
              <a:ext uri="{FF2B5EF4-FFF2-40B4-BE49-F238E27FC236}">
                <ns2:creationId id="{9AA97758-6215-8C77-E7B3-2ED1FB18F6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12950" y="2402958"/>
            <a:ext cx="1970087" cy="540230"/>
          </a:xfrm>
          <a:prstGeom prst="roundRect">
            <a:avLst>
              <a:gd name="adj" fmla="val 12269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800" i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Duration(mins)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9" name="文本占位符 31">
            <a:extLst>
              <a:ext uri="{FF2B5EF4-FFF2-40B4-BE49-F238E27FC236}">
                <ns2:creationId id="{56C251E6-C821-D4D2-5F59-5011B07718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4338" y="3158898"/>
            <a:ext cx="5696775" cy="524700"/>
          </a:xfrm>
          <a:prstGeom prst="roundRect">
            <a:avLst>
              <a:gd name="adj" fmla="val 13541"/>
            </a:avLst>
          </a:prstGeom>
          <a:solidFill>
            <a:schemeClr val="bg2"/>
          </a:solidFill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1" lang="zh-CN" altLang="en-US" sz="1800" i="0" kern="1200" dirty="0" smtClean="0">
                <a:solidFill>
                  <a:schemeClr val="tx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Agenda Item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0" name="文本占位符 34">
            <a:extLst>
              <a:ext uri="{FF2B5EF4-FFF2-40B4-BE49-F238E27FC236}">
                <ns2:creationId id="{ACCAF463-496C-D237-8D88-07ACC06486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12950" y="3158058"/>
            <a:ext cx="1970087" cy="540230"/>
          </a:xfrm>
          <a:prstGeom prst="roundRect">
            <a:avLst>
              <a:gd name="adj" fmla="val 12269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800" i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Duration(mins)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1" name="文本占位符 31">
            <a:extLst>
              <a:ext uri="{FF2B5EF4-FFF2-40B4-BE49-F238E27FC236}">
                <ns2:creationId id="{CA71E8F6-B97F-0E5F-7733-48DF2BF01C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4338" y="3922353"/>
            <a:ext cx="5696775" cy="524700"/>
          </a:xfrm>
          <a:prstGeom prst="roundRect">
            <a:avLst>
              <a:gd name="adj" fmla="val 13541"/>
            </a:avLst>
          </a:prstGeom>
          <a:solidFill>
            <a:schemeClr val="bg2"/>
          </a:solidFill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1" lang="zh-CN" altLang="en-US" sz="1800" i="0" kern="1200" dirty="0" smtClean="0">
                <a:solidFill>
                  <a:schemeClr val="tx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Agenda Item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文本占位符 34">
            <a:extLst>
              <a:ext uri="{FF2B5EF4-FFF2-40B4-BE49-F238E27FC236}">
                <ns2:creationId id="{94453837-DFEF-012A-1085-762AE313BF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12950" y="3921513"/>
            <a:ext cx="1970087" cy="540230"/>
          </a:xfrm>
          <a:prstGeom prst="roundRect">
            <a:avLst>
              <a:gd name="adj" fmla="val 12269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800" i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Duration(mins)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文本占位符 31">
            <a:extLst>
              <a:ext uri="{FF2B5EF4-FFF2-40B4-BE49-F238E27FC236}">
                <ns2:creationId id="{58B41F67-6AEA-0692-BD91-BCF0A239E8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338" y="4680319"/>
            <a:ext cx="5696775" cy="524700"/>
          </a:xfrm>
          <a:prstGeom prst="roundRect">
            <a:avLst>
              <a:gd name="adj" fmla="val 13541"/>
            </a:avLst>
          </a:prstGeom>
          <a:solidFill>
            <a:schemeClr val="bg2"/>
          </a:solidFill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1" lang="zh-CN" altLang="en-US" sz="1800" i="0" kern="1200" dirty="0" smtClean="0">
                <a:solidFill>
                  <a:schemeClr val="tx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Agenda Item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4" name="文本占位符 34">
            <a:extLst>
              <a:ext uri="{FF2B5EF4-FFF2-40B4-BE49-F238E27FC236}">
                <ns2:creationId id="{707C76E8-07F2-96CF-05A3-85F77FB2D3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12950" y="4679479"/>
            <a:ext cx="1970087" cy="540230"/>
          </a:xfrm>
          <a:prstGeom prst="roundRect">
            <a:avLst>
              <a:gd name="adj" fmla="val 12269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800" i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Duration(mins)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399726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ns2:creationId id="{DF5E7BA2-22E3-E2F6-ADCA-894A20654310}"/>
              </a:ext>
            </a:extLst>
          </p:cNvPr>
          <p:cNvSpPr/>
          <p:nvPr/>
        </p:nvSpPr>
        <p:spPr>
          <a:xfrm>
            <a:off x="1" y="5613009"/>
            <a:ext cx="12192000" cy="1244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同侧圆角矩形 3">
            <a:extLst>
              <a:ext uri="{FF2B5EF4-FFF2-40B4-BE49-F238E27FC236}">
                <ns2:creationId id="{FC2F1362-E66A-A119-6CA9-0959431B4C60}"/>
              </a:ext>
            </a:extLst>
          </p:cNvPr>
          <p:cNvSpPr/>
          <p:nvPr/>
        </p:nvSpPr>
        <p:spPr>
          <a:xfrm rot="5400000">
            <a:off x="348172" y="-348175"/>
            <a:ext cx="6858003" cy="7554353"/>
          </a:xfrm>
          <a:prstGeom prst="round2SameRect">
            <a:avLst>
              <a:gd name="adj1" fmla="val 10226"/>
              <a:gd name="adj2" fmla="val 0"/>
            </a:avLst>
          </a:prstGeom>
          <a:gradFill>
            <a:gsLst>
              <a:gs pos="0">
                <a:srgbClr val="E6E8FF"/>
              </a:gs>
              <a:gs pos="27000">
                <a:srgbClr val="E0FAFF"/>
              </a:gs>
              <a:gs pos="58000">
                <a:srgbClr val="E4ED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8" name="文本占位符 7">
            <a:extLst>
              <a:ext uri="{FF2B5EF4-FFF2-40B4-BE49-F238E27FC236}">
                <ns2:creationId id="{D6506DB5-BB86-DC99-6E62-B2993FBFAE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1978" y="549275"/>
            <a:ext cx="5187950" cy="1377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4400" b="1" i="0" kern="1200" dirty="0">
                <a:solidFill>
                  <a:schemeClr val="tx1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Chapter 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11" name="文本占位符 10">
            <a:extLst>
              <a:ext uri="{FF2B5EF4-FFF2-40B4-BE49-F238E27FC236}">
                <ns2:creationId id="{5AEA84DA-AFEA-B591-ACE0-F9177F3AE5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38757" y="3966675"/>
            <a:ext cx="4553243" cy="274361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0" lang="zh-CN" altLang="en-US" sz="23899" b="1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01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</p:spTree>
    <p:extLst>
      <p:ext uri="{BB962C8B-B14F-4D97-AF65-F5344CB8AC3E}">
        <ns3:creationId val="46406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桌子, 男人, 玻璃, 站&#10;&#10;AI 生成的内容可能不正确。">
            <a:extLst>
              <a:ext uri="{FF2B5EF4-FFF2-40B4-BE49-F238E27FC236}">
                <ns2:creationId id="{4E0D9446-CBF9-197C-F615-B00E7DF585C2}"/>
              </a:ext>
            </a:extLst>
          </p:cNvPr>
          <p:cNvPicPr>
            <a:picLocks noChangeAspect="1"/>
          </p:cNvPicPr>
          <p:nvPr/>
        </p:nvPicPr>
        <p:blipFill>
          <a:blip ns3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object 14">
            <a:extLst>
              <a:ext uri="{FF2B5EF4-FFF2-40B4-BE49-F238E27FC236}">
                <ns2:creationId id="{97AF9352-B5AF-073B-19F2-93D07BD51D90}"/>
              </a:ext>
            </a:extLst>
          </p:cNvPr>
          <p:cNvSpPr txBox="1"/>
          <p:nvPr/>
        </p:nvSpPr>
        <p:spPr>
          <a:xfrm>
            <a:off x="771941" y="6551453"/>
            <a:ext cx="1852833" cy="176567"/>
          </a:xfrm>
          <a:prstGeom prst="rect">
            <a:avLst/>
          </a:prstGeom>
        </p:spPr>
        <p:txBody>
          <a:bodyPr vert="horz" wrap="square" lIns="0" tIns="8469" rIns="0" bIns="0" rtlCol="0">
            <a:spAutoFit/>
          </a:bodyPr>
          <a:lstStyle/>
          <a:p>
            <a:pPr marL="7699" marR="0" lvl="0" indent="0" algn="l" defTabSz="457200" rtl="0" eaLnBrk="1" fontAlgn="auto" latinLnBrk="0" hangingPunct="1">
              <a:lnSpc>
                <a:spcPct val="100000"/>
              </a:lnSpc>
              <a:spcBef>
                <a:spcPts val="67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0" sz="1092" i="0" u="none" strike="noStrike" kern="1200" cap="none" spc="-15" normalizeH="0" baseline="0" noProof="0">
                <a:ln>
                  <a:noFill/>
                </a:ln>
                <a:solidFill>
                  <a:srgbClr val="1E2855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STRICTLY</a:t>
            </a:r>
            <a:r>
              <a:rPr kumimoji="0" sz="1092" i="0" u="none" strike="noStrike" kern="1200" cap="none" spc="-30" normalizeH="0" baseline="0" noProof="0">
                <a:ln>
                  <a:noFill/>
                </a:ln>
                <a:solidFill>
                  <a:srgbClr val="1E2855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 </a:t>
            </a:r>
            <a:r>
              <a:rPr kumimoji="0" sz="1092" i="0" u="none" strike="noStrike" kern="1200" cap="none" spc="-6" normalizeH="0" baseline="0" noProof="0">
                <a:ln>
                  <a:noFill/>
                </a:ln>
                <a:solidFill>
                  <a:srgbClr val="1E2855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rPr>
              <a:t>CONFIDENTIAL</a:t>
            </a:r>
            <a:endParaRPr kumimoji="0" sz="1092" i="0" u="none" strike="noStrike" kern="1200" cap="none" spc="0" normalizeH="0" baseline="0" noProof="0">
              <a:ln>
                <a:noFill/>
              </a:ln>
              <a:solidFill>
                <a:srgbClr val="202756"/>
              </a:solidFill>
              <a:effectLst/>
              <a:uLnTx/>
              <a:uFillTx/>
              <a:latin typeface="Clarity City" pitchFamily="2" charset="0"/>
              <a:ea typeface="OPPOSans R"/>
              <a:cs typeface="OPPOSans R"/>
            </a:endParaRPr>
          </a:p>
        </p:txBody>
      </p:sp>
      <p:sp>
        <p:nvSpPr>
          <p:cNvPr id="17" name="Google Shape;158;g20695613bef_0_13">
            <a:extLst>
              <a:ext uri="{FF2B5EF4-FFF2-40B4-BE49-F238E27FC236}">
                <ns2:creationId id="{2C942184-07EA-F1AE-7DE0-CBBE4699A7C2}"/>
              </a:ext>
            </a:extLst>
          </p:cNvPr>
          <p:cNvSpPr txBox="1">
            <a:spLocks/>
          </p:cNvSpPr>
          <p:nvPr/>
        </p:nvSpPr>
        <p:spPr>
          <a:xfrm>
            <a:off x="10414572" y="6561580"/>
            <a:ext cx="1411577" cy="143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="1">
                <a:solidFill>
                  <a:schemeClr val="tx1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algn="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fr-FR" sz="933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Copyright © 202</a:t>
            </a:r>
            <a:r>
              <a:rPr lang="en-US" altLang="zh-CN" sz="933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6</a:t>
            </a:r>
            <a:r>
              <a:rPr lang="fr-FR" sz="933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 AKILA</a:t>
            </a:r>
          </a:p>
        </p:txBody>
      </p:sp>
    </p:spTree>
    <p:extLst>
      <p:ext uri="{BB962C8B-B14F-4D97-AF65-F5344CB8AC3E}">
        <ns4:creationId val="3182203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张着嘴&#10;&#10;低可信度描述已自动生成">
            <a:extLst>
              <a:ext uri="{FF2B5EF4-FFF2-40B4-BE49-F238E27FC236}">
                <ns2:creationId id="{A33F6F9E-7AFE-C5F8-9512-8B29A59F3E61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标题占位符 8">
            <a:extLst>
              <a:ext uri="{FF2B5EF4-FFF2-40B4-BE49-F238E27FC236}">
                <ns2:creationId id="{7461A1A8-D2CF-C46D-279D-A5E8361F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7" name="文本占位符 6">
            <a:extLst>
              <a:ext uri="{FF2B5EF4-FFF2-40B4-BE49-F238E27FC236}">
                <ns2:creationId id="{0B86D082-D255-D9B5-DFD5-9EC3CD133D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42801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>
  <p:cSld name="Blan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8">
            <a:extLst>
              <a:ext uri="{FF2B5EF4-FFF2-40B4-BE49-F238E27FC236}">
                <ns2:creationId id="{10D44580-C9E6-C26D-5F0C-04436BCF5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" name="文本占位符 6">
            <a:extLst>
              <a:ext uri="{FF2B5EF4-FFF2-40B4-BE49-F238E27FC236}">
                <ns2:creationId id="{35F9867D-9FAE-58B0-FCDF-0AC1C9E24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426266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>
  <p:cSld name="6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张着嘴&#10;&#10;低可信度描述已自动生成">
            <a:extLst>
              <a:ext uri="{FF2B5EF4-FFF2-40B4-BE49-F238E27FC236}">
                <ns2:creationId id="{081DC90B-FA4C-DFBF-C38D-2C68F9BD2179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ns2:creationId id="{3BD6DEE5-6F1A-293B-9997-3E6E6B1796E3}"/>
              </a:ext>
            </a:extLst>
          </p:cNvPr>
          <p:cNvSpPr/>
          <p:nvPr/>
        </p:nvSpPr>
        <p:spPr>
          <a:xfrm>
            <a:off x="738789" y="1490314"/>
            <a:ext cx="3419311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6" name="直线连接符 5">
            <a:extLst>
              <a:ext uri="{FF2B5EF4-FFF2-40B4-BE49-F238E27FC236}">
                <ns2:creationId id="{5574235A-D9D8-FF7F-AD6F-C3AB5DED577A}"/>
              </a:ext>
            </a:extLst>
          </p:cNvPr>
          <p:cNvCxnSpPr>
            <a:cxnSpLocks/>
          </p:cNvCxnSpPr>
          <p:nvPr/>
        </p:nvCxnSpPr>
        <p:spPr>
          <a:xfrm>
            <a:off x="1157312" y="2209049"/>
            <a:ext cx="2582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ns2:creationId id="{BB7A2009-947F-E8DD-8411-9C8145CEA942}"/>
              </a:ext>
            </a:extLst>
          </p:cNvPr>
          <p:cNvCxnSpPr>
            <a:cxnSpLocks/>
          </p:cNvCxnSpPr>
          <p:nvPr/>
        </p:nvCxnSpPr>
        <p:spPr>
          <a:xfrm>
            <a:off x="1834094" y="2209049"/>
            <a:ext cx="1228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标题占位符 8">
            <a:extLst>
              <a:ext uri="{FF2B5EF4-FFF2-40B4-BE49-F238E27FC236}">
                <ns2:creationId id="{EABBE1C9-1776-C9A7-5AD3-C5BA7B05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4" name="文本占位符 6">
            <a:extLst>
              <a:ext uri="{FF2B5EF4-FFF2-40B4-BE49-F238E27FC236}">
                <ns2:creationId id="{445DE2B7-2EBE-E401-987A-E746CD0046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文本占位符 6">
            <a:extLst>
              <a:ext uri="{FF2B5EF4-FFF2-40B4-BE49-F238E27FC236}">
                <ns2:creationId id="{9177A369-98F0-0835-A698-7F86BC0026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6240" y="1677124"/>
            <a:ext cx="2404409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文本占位符 6">
            <a:extLst>
              <a:ext uri="{FF2B5EF4-FFF2-40B4-BE49-F238E27FC236}">
                <ns2:creationId id="{52A52FF4-A284-E85F-DA0C-4023048ED1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0720" y="2330133"/>
            <a:ext cx="2595449" cy="931648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4" name="圆角矩形 53">
            <a:extLst>
              <a:ext uri="{FF2B5EF4-FFF2-40B4-BE49-F238E27FC236}">
                <ns2:creationId id="{52DF3486-E7AE-62AC-3627-978D9DAC4E0A}"/>
              </a:ext>
            </a:extLst>
          </p:cNvPr>
          <p:cNvSpPr/>
          <p:nvPr/>
        </p:nvSpPr>
        <p:spPr>
          <a:xfrm>
            <a:off x="738789" y="3861048"/>
            <a:ext cx="3419311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55" name="直线连接符 54">
            <a:extLst>
              <a:ext uri="{FF2B5EF4-FFF2-40B4-BE49-F238E27FC236}">
                <ns2:creationId id="{30DEA835-B023-0F6A-E9F9-6CDA71B6027C}"/>
              </a:ext>
            </a:extLst>
          </p:cNvPr>
          <p:cNvCxnSpPr>
            <a:cxnSpLocks/>
          </p:cNvCxnSpPr>
          <p:nvPr/>
        </p:nvCxnSpPr>
        <p:spPr>
          <a:xfrm>
            <a:off x="1157312" y="4579783"/>
            <a:ext cx="2582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ns2:creationId id="{373D1BAB-BF02-C016-0EE1-22C8EF9DA3D5}"/>
              </a:ext>
            </a:extLst>
          </p:cNvPr>
          <p:cNvCxnSpPr>
            <a:cxnSpLocks/>
          </p:cNvCxnSpPr>
          <p:nvPr/>
        </p:nvCxnSpPr>
        <p:spPr>
          <a:xfrm>
            <a:off x="1834094" y="4579783"/>
            <a:ext cx="1228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占位符 6">
            <a:extLst>
              <a:ext uri="{FF2B5EF4-FFF2-40B4-BE49-F238E27FC236}">
                <ns2:creationId id="{479B4D88-7BE2-5D3A-DBCB-C293C912C8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6240" y="4047858"/>
            <a:ext cx="2404409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8" name="文本占位符 6">
            <a:extLst>
              <a:ext uri="{FF2B5EF4-FFF2-40B4-BE49-F238E27FC236}">
                <ns2:creationId id="{7E490FE8-E59A-2C61-6B68-D28407B0CF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0720" y="4700867"/>
            <a:ext cx="2595449" cy="931648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9" name="圆角矩形 58">
            <a:extLst>
              <a:ext uri="{FF2B5EF4-FFF2-40B4-BE49-F238E27FC236}">
                <ns2:creationId id="{19EA6E90-41CA-0F0A-BCA8-0D0D441F99A6}"/>
              </a:ext>
            </a:extLst>
          </p:cNvPr>
          <p:cNvSpPr/>
          <p:nvPr/>
        </p:nvSpPr>
        <p:spPr>
          <a:xfrm>
            <a:off x="4394216" y="1490314"/>
            <a:ext cx="3419311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60" name="直线连接符 59">
            <a:extLst>
              <a:ext uri="{FF2B5EF4-FFF2-40B4-BE49-F238E27FC236}">
                <ns2:creationId id="{69C81355-254C-DE69-7A35-34873CACCC04}"/>
              </a:ext>
            </a:extLst>
          </p:cNvPr>
          <p:cNvCxnSpPr>
            <a:cxnSpLocks/>
          </p:cNvCxnSpPr>
          <p:nvPr/>
        </p:nvCxnSpPr>
        <p:spPr>
          <a:xfrm>
            <a:off x="4812739" y="2209049"/>
            <a:ext cx="2582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ns2:creationId id="{F6A8B147-BE42-7585-DA79-B49F83C8CCE8}"/>
              </a:ext>
            </a:extLst>
          </p:cNvPr>
          <p:cNvCxnSpPr>
            <a:cxnSpLocks/>
          </p:cNvCxnSpPr>
          <p:nvPr/>
        </p:nvCxnSpPr>
        <p:spPr>
          <a:xfrm>
            <a:off x="5489521" y="2209049"/>
            <a:ext cx="1228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文本占位符 6">
            <a:extLst>
              <a:ext uri="{FF2B5EF4-FFF2-40B4-BE49-F238E27FC236}">
                <ns2:creationId id="{F3AC1CF0-AB63-4F1C-6091-C968B13B84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01667" y="1677124"/>
            <a:ext cx="2404409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3" name="文本占位符 6">
            <a:extLst>
              <a:ext uri="{FF2B5EF4-FFF2-40B4-BE49-F238E27FC236}">
                <ns2:creationId id="{3397375F-AFC8-766D-78A6-2A58DF327B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6147" y="2330133"/>
            <a:ext cx="2595449" cy="931648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64" name="圆角矩形 63">
            <a:extLst>
              <a:ext uri="{FF2B5EF4-FFF2-40B4-BE49-F238E27FC236}">
                <ns2:creationId id="{B98D9E31-A079-9836-C815-5E6930891014}"/>
              </a:ext>
            </a:extLst>
          </p:cNvPr>
          <p:cNvSpPr/>
          <p:nvPr/>
        </p:nvSpPr>
        <p:spPr>
          <a:xfrm>
            <a:off x="4394216" y="3861048"/>
            <a:ext cx="3419311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65" name="直线连接符 64">
            <a:extLst>
              <a:ext uri="{FF2B5EF4-FFF2-40B4-BE49-F238E27FC236}">
                <ns2:creationId id="{F02CDC41-5155-F121-D341-CC282135DE85}"/>
              </a:ext>
            </a:extLst>
          </p:cNvPr>
          <p:cNvCxnSpPr>
            <a:cxnSpLocks/>
          </p:cNvCxnSpPr>
          <p:nvPr/>
        </p:nvCxnSpPr>
        <p:spPr>
          <a:xfrm>
            <a:off x="4812739" y="4579783"/>
            <a:ext cx="2582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ns2:creationId id="{14892C78-9758-E32A-A111-5BC7851C3827}"/>
              </a:ext>
            </a:extLst>
          </p:cNvPr>
          <p:cNvCxnSpPr>
            <a:cxnSpLocks/>
          </p:cNvCxnSpPr>
          <p:nvPr/>
        </p:nvCxnSpPr>
        <p:spPr>
          <a:xfrm>
            <a:off x="5489521" y="4579783"/>
            <a:ext cx="1228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文本占位符 6">
            <a:extLst>
              <a:ext uri="{FF2B5EF4-FFF2-40B4-BE49-F238E27FC236}">
                <ns2:creationId id="{A52ABEB5-7419-D036-F0DA-750D821740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1667" y="4047858"/>
            <a:ext cx="2404409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8" name="文本占位符 6">
            <a:extLst>
              <a:ext uri="{FF2B5EF4-FFF2-40B4-BE49-F238E27FC236}">
                <ns2:creationId id="{CFDC201B-D2CE-F75F-B40E-155C302532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6147" y="4700867"/>
            <a:ext cx="2595449" cy="931648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79" name="圆角矩形 78">
            <a:extLst>
              <a:ext uri="{FF2B5EF4-FFF2-40B4-BE49-F238E27FC236}">
                <ns2:creationId id="{7D9CFB7F-85C9-D94F-34E2-841BD1FD1DDA}"/>
              </a:ext>
            </a:extLst>
          </p:cNvPr>
          <p:cNvSpPr/>
          <p:nvPr/>
        </p:nvSpPr>
        <p:spPr>
          <a:xfrm>
            <a:off x="8048308" y="1490314"/>
            <a:ext cx="3419311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80" name="直线连接符 79">
            <a:extLst>
              <a:ext uri="{FF2B5EF4-FFF2-40B4-BE49-F238E27FC236}">
                <ns2:creationId id="{A632F25A-033D-9501-6C54-5787D4AF1A5D}"/>
              </a:ext>
            </a:extLst>
          </p:cNvPr>
          <p:cNvCxnSpPr>
            <a:cxnSpLocks/>
          </p:cNvCxnSpPr>
          <p:nvPr/>
        </p:nvCxnSpPr>
        <p:spPr>
          <a:xfrm>
            <a:off x="8466831" y="2209049"/>
            <a:ext cx="2582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ns2:creationId id="{DB8D60B2-B88D-54AE-E0F8-07F30F751232}"/>
              </a:ext>
            </a:extLst>
          </p:cNvPr>
          <p:cNvCxnSpPr>
            <a:cxnSpLocks/>
          </p:cNvCxnSpPr>
          <p:nvPr/>
        </p:nvCxnSpPr>
        <p:spPr>
          <a:xfrm>
            <a:off x="9143613" y="2209049"/>
            <a:ext cx="1228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2" name="文本占位符 6">
            <a:extLst>
              <a:ext uri="{FF2B5EF4-FFF2-40B4-BE49-F238E27FC236}">
                <ns2:creationId id="{BABE81CF-1B7F-C4C9-F683-96295ED65C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5759" y="1677124"/>
            <a:ext cx="2404409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3" name="文本占位符 6">
            <a:extLst>
              <a:ext uri="{FF2B5EF4-FFF2-40B4-BE49-F238E27FC236}">
                <ns2:creationId id="{FFA9FF99-317B-37C6-9CD2-0C09B55D4C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60239" y="2330133"/>
            <a:ext cx="2595449" cy="931648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84" name="圆角矩形 83">
            <a:extLst>
              <a:ext uri="{FF2B5EF4-FFF2-40B4-BE49-F238E27FC236}">
                <ns2:creationId id="{B9C702AB-B279-57D7-FD7D-88FD8FCB2914}"/>
              </a:ext>
            </a:extLst>
          </p:cNvPr>
          <p:cNvSpPr/>
          <p:nvPr/>
        </p:nvSpPr>
        <p:spPr>
          <a:xfrm>
            <a:off x="8048308" y="3861048"/>
            <a:ext cx="3419311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85" name="直线连接符 84">
            <a:extLst>
              <a:ext uri="{FF2B5EF4-FFF2-40B4-BE49-F238E27FC236}">
                <ns2:creationId id="{4A546591-FA57-A13E-90D8-3DB7D112C13D}"/>
              </a:ext>
            </a:extLst>
          </p:cNvPr>
          <p:cNvCxnSpPr>
            <a:cxnSpLocks/>
          </p:cNvCxnSpPr>
          <p:nvPr/>
        </p:nvCxnSpPr>
        <p:spPr>
          <a:xfrm>
            <a:off x="8466831" y="4579783"/>
            <a:ext cx="2582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ns2:creationId id="{2D1049FA-09EF-F41A-A07C-CC8D9CA95794}"/>
              </a:ext>
            </a:extLst>
          </p:cNvPr>
          <p:cNvCxnSpPr>
            <a:cxnSpLocks/>
          </p:cNvCxnSpPr>
          <p:nvPr/>
        </p:nvCxnSpPr>
        <p:spPr>
          <a:xfrm>
            <a:off x="9143613" y="4579783"/>
            <a:ext cx="1228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文本占位符 6">
            <a:extLst>
              <a:ext uri="{FF2B5EF4-FFF2-40B4-BE49-F238E27FC236}">
                <ns2:creationId id="{E81F7545-20B9-F31C-05E4-571AA337C7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55759" y="4047858"/>
            <a:ext cx="2404409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8" name="文本占位符 6">
            <a:extLst>
              <a:ext uri="{FF2B5EF4-FFF2-40B4-BE49-F238E27FC236}">
                <ns2:creationId id="{24386ABD-352C-A94E-6FF8-7FF186D5BE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60239" y="4700867"/>
            <a:ext cx="2595449" cy="931648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5:creationId val="317225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>
  <p:cSld name="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张着嘴&#10;&#10;低可信度描述已自动生成">
            <a:extLst>
              <a:ext uri="{FF2B5EF4-FFF2-40B4-BE49-F238E27FC236}">
                <ns2:creationId id="{081DC90B-FA4C-DFBF-C38D-2C68F9BD2179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ns2:creationId id="{3BD6DEE5-6F1A-293B-9997-3E6E6B1796E3}"/>
              </a:ext>
            </a:extLst>
          </p:cNvPr>
          <p:cNvSpPr/>
          <p:nvPr/>
        </p:nvSpPr>
        <p:spPr>
          <a:xfrm>
            <a:off x="1007014" y="1490314"/>
            <a:ext cx="4957676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6" name="直线连接符 5">
            <a:extLst>
              <a:ext uri="{FF2B5EF4-FFF2-40B4-BE49-F238E27FC236}">
                <ns2:creationId id="{5574235A-D9D8-FF7F-AD6F-C3AB5DED577A}"/>
              </a:ext>
            </a:extLst>
          </p:cNvPr>
          <p:cNvCxnSpPr>
            <a:cxnSpLocks/>
          </p:cNvCxnSpPr>
          <p:nvPr/>
        </p:nvCxnSpPr>
        <p:spPr>
          <a:xfrm>
            <a:off x="1438587" y="2209049"/>
            <a:ext cx="40945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ns2:creationId id="{BB7A2009-947F-E8DD-8411-9C8145CEA942}"/>
              </a:ext>
            </a:extLst>
          </p:cNvPr>
          <p:cNvCxnSpPr>
            <a:cxnSpLocks/>
          </p:cNvCxnSpPr>
          <p:nvPr/>
        </p:nvCxnSpPr>
        <p:spPr>
          <a:xfrm>
            <a:off x="2256537" y="2209049"/>
            <a:ext cx="245863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标题占位符 8">
            <a:extLst>
              <a:ext uri="{FF2B5EF4-FFF2-40B4-BE49-F238E27FC236}">
                <ns2:creationId id="{EABBE1C9-1776-C9A7-5AD3-C5BA7B05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4" name="文本占位符 6">
            <a:extLst>
              <a:ext uri="{FF2B5EF4-FFF2-40B4-BE49-F238E27FC236}">
                <ns2:creationId id="{445DE2B7-2EBE-E401-987A-E746CD0046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文本占位符 6">
            <a:extLst>
              <a:ext uri="{FF2B5EF4-FFF2-40B4-BE49-F238E27FC236}">
                <ns2:creationId id="{9177A369-98F0-0835-A698-7F86BC0026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49234" y="1677124"/>
            <a:ext cx="4073236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文本占位符 6">
            <a:extLst>
              <a:ext uri="{FF2B5EF4-FFF2-40B4-BE49-F238E27FC236}">
                <ns2:creationId id="{52A52FF4-A284-E85F-DA0C-4023048ED1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53094" y="2330132"/>
            <a:ext cx="4065516" cy="943003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" name="圆角矩形 15">
            <a:extLst>
              <a:ext uri="{FF2B5EF4-FFF2-40B4-BE49-F238E27FC236}">
                <ns2:creationId id="{B1CDF3B1-4BF3-DD4A-CA96-56037D7DBAD0}"/>
              </a:ext>
            </a:extLst>
          </p:cNvPr>
          <p:cNvSpPr/>
          <p:nvPr/>
        </p:nvSpPr>
        <p:spPr>
          <a:xfrm>
            <a:off x="1007014" y="3789040"/>
            <a:ext cx="4957676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17" name="直线连接符 16">
            <a:extLst>
              <a:ext uri="{FF2B5EF4-FFF2-40B4-BE49-F238E27FC236}">
                <ns2:creationId id="{7A0FA456-8006-39D5-2A7D-7CCB049124EB}"/>
              </a:ext>
            </a:extLst>
          </p:cNvPr>
          <p:cNvCxnSpPr>
            <a:cxnSpLocks/>
          </p:cNvCxnSpPr>
          <p:nvPr/>
        </p:nvCxnSpPr>
        <p:spPr>
          <a:xfrm>
            <a:off x="1438587" y="4507775"/>
            <a:ext cx="40945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ns2:creationId id="{55A85FCD-A227-F563-0776-ACD5ED0AFB9A}"/>
              </a:ext>
            </a:extLst>
          </p:cNvPr>
          <p:cNvCxnSpPr>
            <a:cxnSpLocks/>
          </p:cNvCxnSpPr>
          <p:nvPr/>
        </p:nvCxnSpPr>
        <p:spPr>
          <a:xfrm>
            <a:off x="2256537" y="4507775"/>
            <a:ext cx="245863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文本占位符 6">
            <a:extLst>
              <a:ext uri="{FF2B5EF4-FFF2-40B4-BE49-F238E27FC236}">
                <ns2:creationId id="{609C5BC4-D89A-52D6-3749-769BFBC97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9234" y="3975850"/>
            <a:ext cx="4073236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文本占位符 6">
            <a:extLst>
              <a:ext uri="{FF2B5EF4-FFF2-40B4-BE49-F238E27FC236}">
                <ns2:creationId id="{945E9DF9-9B72-E1C2-B9C9-9F8E794EFF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3094" y="4628858"/>
            <a:ext cx="4065516" cy="943003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1" name="圆角矩形 20">
            <a:extLst>
              <a:ext uri="{FF2B5EF4-FFF2-40B4-BE49-F238E27FC236}">
                <ns2:creationId id="{3B0FC6E0-F0CE-8E68-72B2-91ECA9487A45}"/>
              </a:ext>
            </a:extLst>
          </p:cNvPr>
          <p:cNvSpPr/>
          <p:nvPr/>
        </p:nvSpPr>
        <p:spPr>
          <a:xfrm>
            <a:off x="6297992" y="1490314"/>
            <a:ext cx="4957676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22" name="直线连接符 21">
            <a:extLst>
              <a:ext uri="{FF2B5EF4-FFF2-40B4-BE49-F238E27FC236}">
                <ns2:creationId id="{84FF7A96-3B58-F0BA-D939-563FE3EA79D5}"/>
              </a:ext>
            </a:extLst>
          </p:cNvPr>
          <p:cNvCxnSpPr>
            <a:cxnSpLocks/>
          </p:cNvCxnSpPr>
          <p:nvPr/>
        </p:nvCxnSpPr>
        <p:spPr>
          <a:xfrm>
            <a:off x="6729565" y="2209049"/>
            <a:ext cx="40945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ns2:creationId id="{58B7C2AD-602C-C947-C7BD-E41DEE338EE9}"/>
              </a:ext>
            </a:extLst>
          </p:cNvPr>
          <p:cNvCxnSpPr>
            <a:cxnSpLocks/>
          </p:cNvCxnSpPr>
          <p:nvPr/>
        </p:nvCxnSpPr>
        <p:spPr>
          <a:xfrm>
            <a:off x="7547515" y="2209049"/>
            <a:ext cx="245863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文本占位符 6">
            <a:extLst>
              <a:ext uri="{FF2B5EF4-FFF2-40B4-BE49-F238E27FC236}">
                <ns2:creationId id="{F14859DA-C5A6-5EFC-85AF-39626C20C6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0212" y="1677124"/>
            <a:ext cx="4073236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5" name="文本占位符 6">
            <a:extLst>
              <a:ext uri="{FF2B5EF4-FFF2-40B4-BE49-F238E27FC236}">
                <ns2:creationId id="{06BCE90F-C081-F36A-BD35-400DF929AB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4072" y="2330132"/>
            <a:ext cx="4065516" cy="943003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6" name="圆角矩形 25">
            <a:extLst>
              <a:ext uri="{FF2B5EF4-FFF2-40B4-BE49-F238E27FC236}">
                <ns2:creationId id="{C2BC1107-FAC8-11A2-E729-B36EEA7F39CD}"/>
              </a:ext>
            </a:extLst>
          </p:cNvPr>
          <p:cNvSpPr/>
          <p:nvPr/>
        </p:nvSpPr>
        <p:spPr>
          <a:xfrm>
            <a:off x="6297992" y="3789040"/>
            <a:ext cx="4957676" cy="2057905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cxnSp>
        <p:nvCxnSpPr>
          <p:cNvPr id="27" name="直线连接符 26">
            <a:extLst>
              <a:ext uri="{FF2B5EF4-FFF2-40B4-BE49-F238E27FC236}">
                <ns2:creationId id="{2113A653-9E9A-72E4-84EA-CCE805B3A15D}"/>
              </a:ext>
            </a:extLst>
          </p:cNvPr>
          <p:cNvCxnSpPr>
            <a:cxnSpLocks/>
          </p:cNvCxnSpPr>
          <p:nvPr/>
        </p:nvCxnSpPr>
        <p:spPr>
          <a:xfrm>
            <a:off x="6729565" y="4507775"/>
            <a:ext cx="40945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ns2:creationId id="{7FC959A2-C0A9-7F9E-42D9-9823D9D79087}"/>
              </a:ext>
            </a:extLst>
          </p:cNvPr>
          <p:cNvCxnSpPr>
            <a:cxnSpLocks/>
          </p:cNvCxnSpPr>
          <p:nvPr/>
        </p:nvCxnSpPr>
        <p:spPr>
          <a:xfrm>
            <a:off x="7547515" y="4507775"/>
            <a:ext cx="245863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文本占位符 6">
            <a:extLst>
              <a:ext uri="{FF2B5EF4-FFF2-40B4-BE49-F238E27FC236}">
                <ns2:creationId id="{AE8F20E7-0011-8462-BB1A-7C0CE17861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0212" y="3975850"/>
            <a:ext cx="4073236" cy="509047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文本占位符 6">
            <a:extLst>
              <a:ext uri="{FF2B5EF4-FFF2-40B4-BE49-F238E27FC236}">
                <ns2:creationId id="{68C6F8E4-29EE-42D4-2FFB-7F09FCFA24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44072" y="4628858"/>
            <a:ext cx="4065516" cy="943003"/>
          </a:xfrm>
          <a:prstGeom prst="rect">
            <a:avLst/>
          </a:prstGeom>
        </p:spPr>
        <p:txBody>
          <a:bodyPr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5:creationId val="46323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张着嘴&#10;&#10;低可信度描述已自动生成">
            <a:extLst>
              <a:ext uri="{FF2B5EF4-FFF2-40B4-BE49-F238E27FC236}">
                <ns2:creationId id="{081DC90B-FA4C-DFBF-C38D-2C68F9BD2179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ns2:creationId id="{3BD6DEE5-6F1A-293B-9997-3E6E6B1796E3}"/>
              </a:ext>
            </a:extLst>
          </p:cNvPr>
          <p:cNvSpPr/>
          <p:nvPr/>
        </p:nvSpPr>
        <p:spPr>
          <a:xfrm>
            <a:off x="689361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33" name="标题占位符 8">
            <a:extLst>
              <a:ext uri="{FF2B5EF4-FFF2-40B4-BE49-F238E27FC236}">
                <ns2:creationId id="{EABBE1C9-1776-C9A7-5AD3-C5BA7B05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4" name="文本占位符 6">
            <a:extLst>
              <a:ext uri="{FF2B5EF4-FFF2-40B4-BE49-F238E27FC236}">
                <ns2:creationId id="{445DE2B7-2EBE-E401-987A-E746CD0046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文本占位符 6">
            <a:extLst>
              <a:ext uri="{FF2B5EF4-FFF2-40B4-BE49-F238E27FC236}">
                <ns2:creationId id="{9177A369-98F0-0835-A698-7F86BC0026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7033" y="1702051"/>
            <a:ext cx="2194560" cy="260564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文本占位符 6">
            <a:extLst>
              <a:ext uri="{FF2B5EF4-FFF2-40B4-BE49-F238E27FC236}">
                <ns2:creationId id="{52A52FF4-A284-E85F-DA0C-4023048ED1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8905" y="2305786"/>
            <a:ext cx="2170817" cy="2737852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0" name="文本占位符 49">
            <a:extLst>
              <a:ext uri="{FF2B5EF4-FFF2-40B4-BE49-F238E27FC236}">
                <ns2:creationId id="{0566C5BE-A2AF-687C-7A4F-CF16D36536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1637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01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1" name="文本占位符 6">
            <a:extLst>
              <a:ext uri="{FF2B5EF4-FFF2-40B4-BE49-F238E27FC236}">
                <ns2:creationId id="{8DAD63DF-3E3C-A349-EB09-F2DE97B343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7033" y="1988840"/>
            <a:ext cx="2194560" cy="196799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3" name="文本占位符 6">
            <a:extLst>
              <a:ext uri="{FF2B5EF4-FFF2-40B4-BE49-F238E27FC236}">
                <ns2:creationId id="{90E63C28-9AB3-A159-8848-EE66454A85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905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4" name="圆角矩形 53">
            <a:extLst>
              <a:ext uri="{FF2B5EF4-FFF2-40B4-BE49-F238E27FC236}">
                <ns2:creationId id="{52D5009F-B9A6-A62A-B496-2B2A5E7E81EB}"/>
              </a:ext>
            </a:extLst>
          </p:cNvPr>
          <p:cNvSpPr/>
          <p:nvPr/>
        </p:nvSpPr>
        <p:spPr>
          <a:xfrm>
            <a:off x="3447887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55" name="文本占位符 6">
            <a:extLst>
              <a:ext uri="{FF2B5EF4-FFF2-40B4-BE49-F238E27FC236}">
                <ns2:creationId id="{8F0ABA1D-4B95-1798-2567-AF37EF5404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5559" y="1702051"/>
            <a:ext cx="2194560" cy="260564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6" name="文本占位符 6">
            <a:extLst>
              <a:ext uri="{FF2B5EF4-FFF2-40B4-BE49-F238E27FC236}">
                <ns2:creationId id="{80B19B9B-4812-3C2F-22F8-749C427643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47431" y="2305786"/>
            <a:ext cx="2170817" cy="2737852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7" name="文本占位符 49">
            <a:extLst>
              <a:ext uri="{FF2B5EF4-FFF2-40B4-BE49-F238E27FC236}">
                <ns2:creationId id="{904A41E1-EB16-EDEE-1784-764156C88D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0163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02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8" name="文本占位符 6">
            <a:extLst>
              <a:ext uri="{FF2B5EF4-FFF2-40B4-BE49-F238E27FC236}">
                <ns2:creationId id="{EB7AF1A5-FAE4-53D0-9F8B-E564BD46B3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35559" y="1988840"/>
            <a:ext cx="2194560" cy="196799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9" name="文本占位符 6">
            <a:extLst>
              <a:ext uri="{FF2B5EF4-FFF2-40B4-BE49-F238E27FC236}">
                <ns2:creationId id="{51C29005-9F6B-A320-14E0-7D198F5F2F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47431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67" name="圆角矩形 66">
            <a:extLst>
              <a:ext uri="{FF2B5EF4-FFF2-40B4-BE49-F238E27FC236}">
                <ns2:creationId id="{73416C7C-FCF0-2A73-F2A9-B6788D04C91C}"/>
              </a:ext>
            </a:extLst>
          </p:cNvPr>
          <p:cNvSpPr/>
          <p:nvPr/>
        </p:nvSpPr>
        <p:spPr>
          <a:xfrm>
            <a:off x="6199038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68" name="文本占位符 6">
            <a:extLst>
              <a:ext uri="{FF2B5EF4-FFF2-40B4-BE49-F238E27FC236}">
                <ns2:creationId id="{C8819687-7518-FA80-4C23-B590442F42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6710" y="1702051"/>
            <a:ext cx="2194560" cy="260564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9" name="文本占位符 6">
            <a:extLst>
              <a:ext uri="{FF2B5EF4-FFF2-40B4-BE49-F238E27FC236}">
                <ns2:creationId id="{22488F9D-C9B0-117D-0D01-69D224E26E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8582" y="2305786"/>
            <a:ext cx="2170817" cy="2737852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70" name="文本占位符 49">
            <a:extLst>
              <a:ext uri="{FF2B5EF4-FFF2-40B4-BE49-F238E27FC236}">
                <ns2:creationId id="{56FBDF2D-FEE0-F8CD-A2DC-F858CBE4A9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21314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03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1" name="文本占位符 6">
            <a:extLst>
              <a:ext uri="{FF2B5EF4-FFF2-40B4-BE49-F238E27FC236}">
                <ns2:creationId id="{5226FD93-7712-6325-67B9-9E4D0A8DF3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6710" y="1988840"/>
            <a:ext cx="2194560" cy="196799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2" name="文本占位符 6">
            <a:extLst>
              <a:ext uri="{FF2B5EF4-FFF2-40B4-BE49-F238E27FC236}">
                <ns2:creationId id="{7CE006AC-F52F-7D50-9DEA-A73C9304C4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8582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73" name="圆角矩形 72">
            <a:extLst>
              <a:ext uri="{FF2B5EF4-FFF2-40B4-BE49-F238E27FC236}">
                <ns2:creationId id="{9D080081-7C61-E539-32AF-098D008D9601}"/>
              </a:ext>
            </a:extLst>
          </p:cNvPr>
          <p:cNvSpPr/>
          <p:nvPr/>
        </p:nvSpPr>
        <p:spPr>
          <a:xfrm>
            <a:off x="8957564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74" name="文本占位符 6">
            <a:extLst>
              <a:ext uri="{FF2B5EF4-FFF2-40B4-BE49-F238E27FC236}">
                <ns2:creationId id="{8BAC0684-E650-5339-7A9A-B799B7F948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5236" y="1702051"/>
            <a:ext cx="2194560" cy="260564"/>
          </a:xfrm>
          <a:prstGeom prst="rect">
            <a:avLst/>
          </a:prstGeom>
        </p:spPr>
        <p:txBody>
          <a:bodyPr anchor="ctr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5" name="文本占位符 6">
            <a:extLst>
              <a:ext uri="{FF2B5EF4-FFF2-40B4-BE49-F238E27FC236}">
                <ns2:creationId id="{B16B1A7A-5D8B-1951-A5F1-8A24D5A1F8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57108" y="2305786"/>
            <a:ext cx="2170817" cy="2737852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76" name="文本占位符 49">
            <a:extLst>
              <a:ext uri="{FF2B5EF4-FFF2-40B4-BE49-F238E27FC236}">
                <ns2:creationId id="{20F62B09-2808-1F5E-CA3A-D56E8F1377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79840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04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7" name="文本占位符 6">
            <a:extLst>
              <a:ext uri="{FF2B5EF4-FFF2-40B4-BE49-F238E27FC236}">
                <ns2:creationId id="{F2878BC2-69FB-E1B7-D97E-53488A1AF1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45236" y="1988840"/>
            <a:ext cx="2194560" cy="196799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8" name="文本占位符 6">
            <a:extLst>
              <a:ext uri="{FF2B5EF4-FFF2-40B4-BE49-F238E27FC236}">
                <ns2:creationId id="{E2556F1F-6A26-15CF-4552-892ACB41C0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57108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5:creationId val="56381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>
  <p:cSld name="2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张着嘴&#10;&#10;低可信度描述已自动生成">
            <a:extLst>
              <a:ext uri="{FF2B5EF4-FFF2-40B4-BE49-F238E27FC236}">
                <ns2:creationId id="{E39EE0CF-DFF7-695C-FC2B-B9A4C6FA6372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标题占位符 8">
            <a:extLst>
              <a:ext uri="{FF2B5EF4-FFF2-40B4-BE49-F238E27FC236}">
                <ns2:creationId id="{78FAEA26-A35C-C30A-277D-7774A84D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20E427E9-EF20-AA4A-50A3-7E185471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圆角矩形 5">
            <a:extLst>
              <a:ext uri="{FF2B5EF4-FFF2-40B4-BE49-F238E27FC236}">
                <ns2:creationId id="{AE60183E-2342-8364-EF3E-F8DD4724A33E}"/>
              </a:ext>
            </a:extLst>
          </p:cNvPr>
          <p:cNvSpPr/>
          <p:nvPr/>
        </p:nvSpPr>
        <p:spPr>
          <a:xfrm>
            <a:off x="874713" y="1582308"/>
            <a:ext cx="5120640" cy="4333479"/>
          </a:xfrm>
          <a:prstGeom prst="roundRect">
            <a:avLst>
              <a:gd name="adj" fmla="val 45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cxnSp>
        <p:nvCxnSpPr>
          <p:cNvPr id="12" name="直线连接符 11">
            <a:extLst>
              <a:ext uri="{FF2B5EF4-FFF2-40B4-BE49-F238E27FC236}">
                <ns2:creationId id="{9324D9BF-D26F-3EF4-64C3-D182007D92D1}"/>
              </a:ext>
            </a:extLst>
          </p:cNvPr>
          <p:cNvCxnSpPr>
            <a:cxnSpLocks/>
          </p:cNvCxnSpPr>
          <p:nvPr/>
        </p:nvCxnSpPr>
        <p:spPr>
          <a:xfrm>
            <a:off x="1150115" y="2655463"/>
            <a:ext cx="4499088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ns2:creationId id="{0574B117-D19F-4A04-8FE5-5A93C0D53453}"/>
              </a:ext>
            </a:extLst>
          </p:cNvPr>
          <p:cNvCxnSpPr>
            <a:cxnSpLocks/>
          </p:cNvCxnSpPr>
          <p:nvPr/>
        </p:nvCxnSpPr>
        <p:spPr>
          <a:xfrm>
            <a:off x="2190751" y="2655463"/>
            <a:ext cx="240036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文本占位符 6">
            <a:extLst>
              <a:ext uri="{FF2B5EF4-FFF2-40B4-BE49-F238E27FC236}">
                <ns2:creationId id="{E6A65CEA-4ECF-F980-B392-F86120FBC7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0316" y="1843342"/>
            <a:ext cx="3976367" cy="336439"/>
          </a:xfrm>
          <a:prstGeom prst="rect">
            <a:avLst/>
          </a:prstGeom>
        </p:spPr>
        <p:txBody>
          <a:bodyPr anchor="ctr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400" b="1" kern="1200" dirty="0" smtClean="0">
                <a:solidFill>
                  <a:schemeClr val="tx2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26" name="文本占位符 6">
            <a:extLst>
              <a:ext uri="{FF2B5EF4-FFF2-40B4-BE49-F238E27FC236}">
                <ns2:creationId id="{C2B1E829-4A27-B470-A6EE-C7BBDDB87D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0317" y="2696459"/>
            <a:ext cx="4519323" cy="1967905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8" name="文本占位符 6">
            <a:extLst>
              <a:ext uri="{FF2B5EF4-FFF2-40B4-BE49-F238E27FC236}">
                <ns2:creationId id="{F8464BDE-3005-19FB-00FB-21E3FD28B4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0317" y="2196059"/>
            <a:ext cx="3988689" cy="271324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333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文本占位符 6">
            <a:extLst>
              <a:ext uri="{FF2B5EF4-FFF2-40B4-BE49-F238E27FC236}">
                <ns2:creationId id="{F6E6B401-CDB4-9AF7-6852-F21792B768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0317" y="4830658"/>
            <a:ext cx="1329474" cy="790495"/>
          </a:xfrm>
          <a:prstGeom prst="roundRect">
            <a:avLst>
              <a:gd name="adj" fmla="val 9312"/>
            </a:avLst>
          </a:prstGeom>
          <a:solidFill>
            <a:schemeClr val="bg2"/>
          </a:solidFill>
        </p:spPr>
        <p:txBody>
          <a:bodyPr tIns="5400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667" b="1" kern="1200" dirty="0" smtClean="0">
                <a:solidFill>
                  <a:schemeClr val="accent1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2" name="文本占位符 6">
            <a:extLst>
              <a:ext uri="{FF2B5EF4-FFF2-40B4-BE49-F238E27FC236}">
                <ns2:creationId id="{78409330-E2A5-6081-CAC3-786AFFB329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8433" y="5330084"/>
            <a:ext cx="1033242" cy="175567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67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3" name="文本占位符 6">
            <a:extLst>
              <a:ext uri="{FF2B5EF4-FFF2-40B4-BE49-F238E27FC236}">
                <ns2:creationId id="{F15C3CA9-97EE-334B-3ECD-E077F5EF9D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5380" y="4830658"/>
            <a:ext cx="1329474" cy="790495"/>
          </a:xfrm>
          <a:prstGeom prst="roundRect">
            <a:avLst>
              <a:gd name="adj" fmla="val 9312"/>
            </a:avLst>
          </a:prstGeom>
          <a:solidFill>
            <a:schemeClr val="bg2"/>
          </a:solidFill>
        </p:spPr>
        <p:txBody>
          <a:bodyPr tIns="5400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667" b="1" kern="1200" dirty="0" smtClean="0">
                <a:solidFill>
                  <a:schemeClr val="accent1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4" name="文本占位符 6">
            <a:extLst>
              <a:ext uri="{FF2B5EF4-FFF2-40B4-BE49-F238E27FC236}">
                <ns2:creationId id="{C7C2F74E-FBEE-FE4F-4D38-AADDE83E81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3496" y="5330084"/>
            <a:ext cx="1033242" cy="175567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67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5" name="文本占位符 6">
            <a:extLst>
              <a:ext uri="{FF2B5EF4-FFF2-40B4-BE49-F238E27FC236}">
                <ns2:creationId id="{2A199658-2E5C-9F81-7AAB-AF1F71ACF8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50884" y="4830658"/>
            <a:ext cx="1329474" cy="790495"/>
          </a:xfrm>
          <a:prstGeom prst="roundRect">
            <a:avLst>
              <a:gd name="adj" fmla="val 9312"/>
            </a:avLst>
          </a:prstGeom>
          <a:solidFill>
            <a:schemeClr val="bg2"/>
          </a:solidFill>
        </p:spPr>
        <p:txBody>
          <a:bodyPr tIns="5400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667" b="1" kern="1200" dirty="0" smtClean="0">
                <a:solidFill>
                  <a:schemeClr val="accent1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6" name="文本占位符 6">
            <a:extLst>
              <a:ext uri="{FF2B5EF4-FFF2-40B4-BE49-F238E27FC236}">
                <ns2:creationId id="{D9F2A6ED-47EA-6D70-2B9D-7E4B8A793E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9000" y="5330084"/>
            <a:ext cx="1033242" cy="175567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67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圆角矩形 36">
            <a:extLst>
              <a:ext uri="{FF2B5EF4-FFF2-40B4-BE49-F238E27FC236}">
                <ns2:creationId id="{47514BC0-A442-9A9A-7FDD-E035CCE46604}"/>
              </a:ext>
            </a:extLst>
          </p:cNvPr>
          <p:cNvSpPr/>
          <p:nvPr/>
        </p:nvSpPr>
        <p:spPr>
          <a:xfrm>
            <a:off x="6192234" y="1582308"/>
            <a:ext cx="5120640" cy="4333479"/>
          </a:xfrm>
          <a:prstGeom prst="roundRect">
            <a:avLst>
              <a:gd name="adj" fmla="val 45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cxnSp>
        <p:nvCxnSpPr>
          <p:cNvPr id="38" name="直线连接符 37">
            <a:extLst>
              <a:ext uri="{FF2B5EF4-FFF2-40B4-BE49-F238E27FC236}">
                <ns2:creationId id="{338EF964-6C8A-4AF3-1860-36BF101DAF92}"/>
              </a:ext>
            </a:extLst>
          </p:cNvPr>
          <p:cNvCxnSpPr>
            <a:cxnSpLocks/>
          </p:cNvCxnSpPr>
          <p:nvPr/>
        </p:nvCxnSpPr>
        <p:spPr>
          <a:xfrm>
            <a:off x="6467636" y="2655463"/>
            <a:ext cx="4499088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ns2:creationId id="{91B05AE8-BAA9-0EDC-912E-1EBC34E88E25}"/>
              </a:ext>
            </a:extLst>
          </p:cNvPr>
          <p:cNvCxnSpPr>
            <a:cxnSpLocks/>
          </p:cNvCxnSpPr>
          <p:nvPr/>
        </p:nvCxnSpPr>
        <p:spPr>
          <a:xfrm>
            <a:off x="7508272" y="2655463"/>
            <a:ext cx="240036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文本占位符 6">
            <a:extLst>
              <a:ext uri="{FF2B5EF4-FFF2-40B4-BE49-F238E27FC236}">
                <ns2:creationId id="{1CB26651-4084-4A0A-EA21-DA64C9ACB4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67837" y="1843342"/>
            <a:ext cx="3976367" cy="336439"/>
          </a:xfrm>
          <a:prstGeom prst="rect">
            <a:avLst/>
          </a:prstGeom>
        </p:spPr>
        <p:txBody>
          <a:bodyPr anchor="ctr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400" b="1" kern="1200" dirty="0" smtClean="0">
                <a:solidFill>
                  <a:schemeClr val="tx2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1" name="文本占位符 6">
            <a:extLst>
              <a:ext uri="{FF2B5EF4-FFF2-40B4-BE49-F238E27FC236}">
                <ns2:creationId id="{4D1C675C-85AC-62EA-62F1-CDD8C0F060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67838" y="2696459"/>
            <a:ext cx="4519323" cy="1967905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2" name="文本占位符 6">
            <a:extLst>
              <a:ext uri="{FF2B5EF4-FFF2-40B4-BE49-F238E27FC236}">
                <ns2:creationId id="{F756C8B4-7FEE-977C-7C75-B985EA75D5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67838" y="2196059"/>
            <a:ext cx="3988689" cy="271324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333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文本占位符 6">
            <a:extLst>
              <a:ext uri="{FF2B5EF4-FFF2-40B4-BE49-F238E27FC236}">
                <ns2:creationId id="{D0CFC088-572F-4AC8-6D1C-6252576853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7838" y="4830658"/>
            <a:ext cx="1329474" cy="790495"/>
          </a:xfrm>
          <a:prstGeom prst="roundRect">
            <a:avLst>
              <a:gd name="adj" fmla="val 9312"/>
            </a:avLst>
          </a:prstGeom>
          <a:solidFill>
            <a:schemeClr val="bg2"/>
          </a:solidFill>
        </p:spPr>
        <p:txBody>
          <a:bodyPr tIns="5400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667" b="1" kern="1200" dirty="0" smtClean="0">
                <a:solidFill>
                  <a:schemeClr val="accent1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4" name="文本占位符 6">
            <a:extLst>
              <a:ext uri="{FF2B5EF4-FFF2-40B4-BE49-F238E27FC236}">
                <ns2:creationId id="{FB62CC9F-2AFD-B340-B20B-48686514AD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15954" y="5330084"/>
            <a:ext cx="1033242" cy="175567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67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5" name="文本占位符 6">
            <a:extLst>
              <a:ext uri="{FF2B5EF4-FFF2-40B4-BE49-F238E27FC236}">
                <ns2:creationId id="{CD477837-5C1C-094B-0733-6AF3255D8B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2901" y="4830658"/>
            <a:ext cx="1329474" cy="790495"/>
          </a:xfrm>
          <a:prstGeom prst="roundRect">
            <a:avLst>
              <a:gd name="adj" fmla="val 9312"/>
            </a:avLst>
          </a:prstGeom>
          <a:solidFill>
            <a:schemeClr val="bg2"/>
          </a:solidFill>
        </p:spPr>
        <p:txBody>
          <a:bodyPr tIns="5400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667" b="1" kern="1200" dirty="0" smtClean="0">
                <a:solidFill>
                  <a:schemeClr val="accent1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6" name="文本占位符 6">
            <a:extLst>
              <a:ext uri="{FF2B5EF4-FFF2-40B4-BE49-F238E27FC236}">
                <ns2:creationId id="{5559B2C9-EFAA-C2DB-73AB-96AF39BEE2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1017" y="5330084"/>
            <a:ext cx="1033242" cy="175567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67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7" name="文本占位符 6">
            <a:extLst>
              <a:ext uri="{FF2B5EF4-FFF2-40B4-BE49-F238E27FC236}">
                <ns2:creationId id="{B5A253F6-0672-6DC8-71B9-C7979F6D55F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8405" y="4830658"/>
            <a:ext cx="1329474" cy="790495"/>
          </a:xfrm>
          <a:prstGeom prst="roundRect">
            <a:avLst>
              <a:gd name="adj" fmla="val 9312"/>
            </a:avLst>
          </a:prstGeom>
          <a:solidFill>
            <a:schemeClr val="bg2"/>
          </a:solidFill>
        </p:spPr>
        <p:txBody>
          <a:bodyPr tIns="5400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2667" b="1" kern="1200" dirty="0" smtClean="0">
                <a:solidFill>
                  <a:schemeClr val="accent1"/>
                </a:solidFill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8" name="文本占位符 6">
            <a:extLst>
              <a:ext uri="{FF2B5EF4-FFF2-40B4-BE49-F238E27FC236}">
                <ns2:creationId id="{488CD68C-9D77-F7EA-0697-B9EE7608D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16521" y="5330084"/>
            <a:ext cx="1033242" cy="175567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67" kern="1200" dirty="0" smtClean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1528894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>
  <p:cSld name="4 Column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ns2:creationId id="{3BD6DEE5-6F1A-293B-9997-3E6E6B1796E3}"/>
              </a:ext>
            </a:extLst>
          </p:cNvPr>
          <p:cNvSpPr/>
          <p:nvPr/>
        </p:nvSpPr>
        <p:spPr>
          <a:xfrm>
            <a:off x="689361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33" name="标题占位符 8">
            <a:extLst>
              <a:ext uri="{FF2B5EF4-FFF2-40B4-BE49-F238E27FC236}">
                <ns2:creationId id="{EABBE1C9-1776-C9A7-5AD3-C5BA7B05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4" name="文本占位符 6">
            <a:extLst>
              <a:ext uri="{FF2B5EF4-FFF2-40B4-BE49-F238E27FC236}">
                <ns2:creationId id="{445DE2B7-2EBE-E401-987A-E746CD0046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文本占位符 6">
            <a:extLst>
              <a:ext uri="{FF2B5EF4-FFF2-40B4-BE49-F238E27FC236}">
                <ns2:creationId id="{52A52FF4-A284-E85F-DA0C-4023048ED1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8905" y="2717073"/>
            <a:ext cx="2170817" cy="2390503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0" name="文本占位符 49">
            <a:extLst>
              <a:ext uri="{FF2B5EF4-FFF2-40B4-BE49-F238E27FC236}">
                <ns2:creationId id="{0566C5BE-A2AF-687C-7A4F-CF16D36536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1637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01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3" name="文本占位符 6">
            <a:extLst>
              <a:ext uri="{FF2B5EF4-FFF2-40B4-BE49-F238E27FC236}">
                <ns2:creationId id="{90E63C28-9AB3-A159-8848-EE66454A85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905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" name="文本占位符 6">
            <a:extLst>
              <a:ext uri="{FF2B5EF4-FFF2-40B4-BE49-F238E27FC236}">
                <ns2:creationId id="{5B7353A9-6A8C-AB44-ED82-57B25A6B0D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4713" y="1702699"/>
            <a:ext cx="2195058" cy="576251"/>
          </a:xfrm>
          <a:prstGeom prst="rect">
            <a:avLst/>
          </a:prstGeom>
        </p:spPr>
        <p:txBody>
          <a:bodyPr anchor="b"/>
          <a:lstStyle>
            <a:lvl1pPr marL="0" marR="0" indent="49213" algn="ctr" defTabSz="914400" rtl="0" eaLnBrk="1" fontAlgn="auto" latinLnBrk="0" hangingPunct="1">
              <a:lnSpc>
                <a:spcPts val="1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marL="0" marR="0" lvl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文本占位符 6">
            <a:extLst>
              <a:ext uri="{FF2B5EF4-FFF2-40B4-BE49-F238E27FC236}">
                <ns2:creationId id="{35238AC3-5183-DC04-A438-9F8E0D97E7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4713" y="2307227"/>
            <a:ext cx="2195058" cy="400050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ts val="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" name="圆角矩形 6">
            <a:extLst>
              <a:ext uri="{FF2B5EF4-FFF2-40B4-BE49-F238E27FC236}">
                <ns2:creationId id="{D8692F3D-D9E7-405F-DCBA-FEAD8C8B8514}"/>
              </a:ext>
            </a:extLst>
          </p:cNvPr>
          <p:cNvSpPr/>
          <p:nvPr/>
        </p:nvSpPr>
        <p:spPr>
          <a:xfrm>
            <a:off x="3445532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8" name="文本占位符 6">
            <a:extLst>
              <a:ext uri="{FF2B5EF4-FFF2-40B4-BE49-F238E27FC236}">
                <ns2:creationId id="{BF0EC2BA-CEFE-B637-5572-DF26DF60F7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45076" y="2717073"/>
            <a:ext cx="2170817" cy="2390503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9" name="文本占位符 49">
            <a:extLst>
              <a:ext uri="{FF2B5EF4-FFF2-40B4-BE49-F238E27FC236}">
                <ns2:creationId id="{3759BEE6-20F1-7C48-C293-71C75E812D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67808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01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0" name="文本占位符 6">
            <a:extLst>
              <a:ext uri="{FF2B5EF4-FFF2-40B4-BE49-F238E27FC236}">
                <ns2:creationId id="{5FC0AD65-43C1-1C0F-3290-BCE413D4E2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5076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" name="文本占位符 6">
            <a:extLst>
              <a:ext uri="{FF2B5EF4-FFF2-40B4-BE49-F238E27FC236}">
                <ns2:creationId id="{6E20E1AE-767D-ABCF-B8AA-FE1AB0AB4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30884" y="1702699"/>
            <a:ext cx="2195058" cy="576251"/>
          </a:xfrm>
          <a:prstGeom prst="rect">
            <a:avLst/>
          </a:prstGeom>
        </p:spPr>
        <p:txBody>
          <a:bodyPr anchor="b"/>
          <a:lstStyle>
            <a:lvl1pPr marL="0" marR="0" indent="49213" algn="ctr" defTabSz="914400" rtl="0" eaLnBrk="1" fontAlgn="auto" latinLnBrk="0" hangingPunct="1">
              <a:lnSpc>
                <a:spcPts val="1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marL="0" marR="0" lvl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" name="文本占位符 6">
            <a:extLst>
              <a:ext uri="{FF2B5EF4-FFF2-40B4-BE49-F238E27FC236}">
                <ns2:creationId id="{EB40CD7A-FF5D-09B2-A6D0-ED97B8F533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30884" y="2307227"/>
            <a:ext cx="2195058" cy="400050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ts val="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" name="圆角矩形 12">
            <a:extLst>
              <a:ext uri="{FF2B5EF4-FFF2-40B4-BE49-F238E27FC236}">
                <ns2:creationId id="{FCDE7B5D-FF17-89D9-65C6-9F13DD006084}"/>
              </a:ext>
            </a:extLst>
          </p:cNvPr>
          <p:cNvSpPr/>
          <p:nvPr/>
        </p:nvSpPr>
        <p:spPr>
          <a:xfrm>
            <a:off x="6214950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14" name="文本占位符 6">
            <a:extLst>
              <a:ext uri="{FF2B5EF4-FFF2-40B4-BE49-F238E27FC236}">
                <ns2:creationId id="{E6391C60-63C6-C012-9C50-0187F33E19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4494" y="2717073"/>
            <a:ext cx="2170817" cy="2390503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5" name="文本占位符 49">
            <a:extLst>
              <a:ext uri="{FF2B5EF4-FFF2-40B4-BE49-F238E27FC236}">
                <ns2:creationId id="{A7B4FAAC-64F2-F463-4A3F-DECC457219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7226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01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6" name="文本占位符 6">
            <a:extLst>
              <a:ext uri="{FF2B5EF4-FFF2-40B4-BE49-F238E27FC236}">
                <ns2:creationId id="{1A4A885F-CA17-E611-BBBE-FCD5FED7D6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14494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7" name="文本占位符 6">
            <a:extLst>
              <a:ext uri="{FF2B5EF4-FFF2-40B4-BE49-F238E27FC236}">
                <ns2:creationId id="{52784B71-1DAB-1023-BC71-90E9B79E40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0302" y="1702699"/>
            <a:ext cx="2195058" cy="576251"/>
          </a:xfrm>
          <a:prstGeom prst="rect">
            <a:avLst/>
          </a:prstGeom>
        </p:spPr>
        <p:txBody>
          <a:bodyPr anchor="b"/>
          <a:lstStyle>
            <a:lvl1pPr marL="0" marR="0" indent="49213" algn="ctr" defTabSz="914400" rtl="0" eaLnBrk="1" fontAlgn="auto" latinLnBrk="0" hangingPunct="1">
              <a:lnSpc>
                <a:spcPts val="1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marL="0" marR="0" lvl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8" name="文本占位符 6">
            <a:extLst>
              <a:ext uri="{FF2B5EF4-FFF2-40B4-BE49-F238E27FC236}">
                <ns2:creationId id="{0B1F700D-69D2-F08D-FC22-77615E3AAB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00302" y="2307227"/>
            <a:ext cx="2195058" cy="400050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ts val="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9" name="圆角矩形 18">
            <a:extLst>
              <a:ext uri="{FF2B5EF4-FFF2-40B4-BE49-F238E27FC236}">
                <ns2:creationId id="{F839BAF8-D19B-EA54-77C0-4495A52F81AD}"/>
              </a:ext>
            </a:extLst>
          </p:cNvPr>
          <p:cNvSpPr/>
          <p:nvPr/>
        </p:nvSpPr>
        <p:spPr>
          <a:xfrm>
            <a:off x="8971121" y="1530667"/>
            <a:ext cx="2569904" cy="4628098"/>
          </a:xfrm>
          <a:prstGeom prst="roundRect">
            <a:avLst>
              <a:gd name="adj" fmla="val 595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noProof="1"/>
          </a:p>
        </p:txBody>
      </p:sp>
      <p:sp>
        <p:nvSpPr>
          <p:cNvPr id="20" name="文本占位符 6">
            <a:extLst>
              <a:ext uri="{FF2B5EF4-FFF2-40B4-BE49-F238E27FC236}">
                <ns2:creationId id="{9631FDCE-ED58-ADF1-2061-7F16B1A876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665" y="2717073"/>
            <a:ext cx="2170817" cy="2390503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1" name="文本占位符 49">
            <a:extLst>
              <a:ext uri="{FF2B5EF4-FFF2-40B4-BE49-F238E27FC236}">
                <ns2:creationId id="{5EFBF2EA-08A1-3FDA-5059-7A0997F959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93397" y="1385016"/>
            <a:ext cx="725352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01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2" name="文本占位符 6">
            <a:extLst>
              <a:ext uri="{FF2B5EF4-FFF2-40B4-BE49-F238E27FC236}">
                <ns2:creationId id="{8DD34DCC-11B5-F974-8D5B-7CF4E74B5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665" y="5229200"/>
            <a:ext cx="2170817" cy="64221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3" name="文本占位符 6">
            <a:extLst>
              <a:ext uri="{FF2B5EF4-FFF2-40B4-BE49-F238E27FC236}">
                <ns2:creationId id="{E20A3F69-B19D-EBE2-6627-A40D63913C3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56473" y="1702699"/>
            <a:ext cx="2195058" cy="576251"/>
          </a:xfrm>
          <a:prstGeom prst="rect">
            <a:avLst/>
          </a:prstGeom>
        </p:spPr>
        <p:txBody>
          <a:bodyPr anchor="b"/>
          <a:lstStyle>
            <a:lvl1pPr marL="0" marR="0" indent="49213" algn="ctr" defTabSz="914400" rtl="0" eaLnBrk="1" fontAlgn="auto" latinLnBrk="0" hangingPunct="1">
              <a:lnSpc>
                <a:spcPts val="1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marL="0" marR="0" lvl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4" name="文本占位符 6">
            <a:extLst>
              <a:ext uri="{FF2B5EF4-FFF2-40B4-BE49-F238E27FC236}">
                <ns2:creationId id="{54E8771F-EEB0-0141-9809-AD0B2AA5F1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56473" y="2307227"/>
            <a:ext cx="2195058" cy="400050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ts val="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1830921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>
  <p:cSld name="3 Column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占位符 8">
            <a:extLst>
              <a:ext uri="{FF2B5EF4-FFF2-40B4-BE49-F238E27FC236}">
                <ns2:creationId id="{EABBE1C9-1776-C9A7-5AD3-C5BA7B05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4" name="文本占位符 6">
            <a:extLst>
              <a:ext uri="{FF2B5EF4-FFF2-40B4-BE49-F238E27FC236}">
                <ns2:creationId id="{445DE2B7-2EBE-E401-987A-E746CD0046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" name="Rounded Rectangle 31">
            <a:extLst>
              <a:ext uri="{FF2B5EF4-FFF2-40B4-BE49-F238E27FC236}">
                <ns2:creationId id="{AF6B58F1-840F-9D85-7986-55B463869C1C}"/>
              </a:ext>
            </a:extLst>
          </p:cNvPr>
          <p:cNvSpPr/>
          <p:nvPr/>
        </p:nvSpPr>
        <p:spPr>
          <a:xfrm>
            <a:off x="874713" y="1684867"/>
            <a:ext cx="3319913" cy="4310984"/>
          </a:xfrm>
          <a:prstGeom prst="roundRect">
            <a:avLst>
              <a:gd name="adj" fmla="val 2253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>
                <a:latin typeface="Clarity City"/>
                <a:ea typeface="OPPOSans R"/>
                <a:cs typeface="OPPOSans R"/>
              </a:defRPr>
            </a:pPr>
            <a:endParaRPr lang="en-US" noProof="1">
              <a:solidFill>
                <a:srgbClr val="FFFFFF"/>
              </a:solidFill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文本占位符 6">
            <a:extLst>
              <a:ext uri="{FF2B5EF4-FFF2-40B4-BE49-F238E27FC236}">
                <ns2:creationId id="{12FFA748-8D10-75E2-A472-FA5092665A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5239" y="1930814"/>
            <a:ext cx="2758860" cy="576251"/>
          </a:xfrm>
          <a:prstGeom prst="rect">
            <a:avLst/>
          </a:prstGeom>
        </p:spPr>
        <p:txBody>
          <a:bodyPr anchor="b"/>
          <a:lstStyle>
            <a:lvl1pPr marL="0" marR="0" indent="49213" algn="ctr" defTabSz="914400" rtl="0" eaLnBrk="1" fontAlgn="auto" latinLnBrk="0" hangingPunct="1">
              <a:lnSpc>
                <a:spcPts val="1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marL="0" marR="0" lvl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9" name="文本占位符 6">
            <a:extLst>
              <a:ext uri="{FF2B5EF4-FFF2-40B4-BE49-F238E27FC236}">
                <ns2:creationId id="{D2695AB6-1B4E-99C8-0A86-D6EF552F93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70163" y="3029240"/>
            <a:ext cx="2729012" cy="2217420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" name="文本占位符 49">
            <a:extLst>
              <a:ext uri="{FF2B5EF4-FFF2-40B4-BE49-F238E27FC236}">
                <ns2:creationId id="{92CCEA09-6DE8-16C7-D515-1BB3A5B138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78736" y="1573388"/>
            <a:ext cx="911866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01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文本占位符 6">
            <a:extLst>
              <a:ext uri="{FF2B5EF4-FFF2-40B4-BE49-F238E27FC236}">
                <ns2:creationId id="{12FDE9BC-61ED-CC01-172E-633F044D80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5239" y="2594610"/>
            <a:ext cx="2758860" cy="400050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ts val="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" name="文本占位符 6">
            <a:extLst>
              <a:ext uri="{FF2B5EF4-FFF2-40B4-BE49-F238E27FC236}">
                <ns2:creationId id="{F71EA418-E1DA-BFE7-CEF2-E1D331F76B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55293" y="5246369"/>
            <a:ext cx="2758752" cy="36576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7" name="Rounded Rectangle 31">
            <a:extLst>
              <a:ext uri="{FF2B5EF4-FFF2-40B4-BE49-F238E27FC236}">
                <ns2:creationId id="{4C7A649F-BE4F-A4A3-03AF-03A4AC6E88D4}"/>
              </a:ext>
            </a:extLst>
          </p:cNvPr>
          <p:cNvSpPr/>
          <p:nvPr/>
        </p:nvSpPr>
        <p:spPr>
          <a:xfrm>
            <a:off x="7968208" y="1684867"/>
            <a:ext cx="3319913" cy="4310984"/>
          </a:xfrm>
          <a:prstGeom prst="roundRect">
            <a:avLst>
              <a:gd name="adj" fmla="val 2253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>
                <a:latin typeface="Clarity City"/>
                <a:ea typeface="OPPOSans R"/>
                <a:cs typeface="OPPOSans R"/>
              </a:defRPr>
            </a:pPr>
            <a:endParaRPr lang="en-US" noProof="1">
              <a:solidFill>
                <a:srgbClr val="FFFFFF"/>
              </a:solidFill>
              <a:latin typeface="Clarity City"/>
              <a:ea typeface="OPPOSans R"/>
              <a:cs typeface="OPPOSans R"/>
            </a:endParaRPr>
          </a:p>
        </p:txBody>
      </p:sp>
      <p:sp>
        <p:nvSpPr>
          <p:cNvPr id="28" name="文本占位符 6">
            <a:extLst>
              <a:ext uri="{FF2B5EF4-FFF2-40B4-BE49-F238E27FC236}">
                <ns2:creationId id="{F2625C69-F1BC-C638-2B63-47CBED2DD1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8734" y="1930814"/>
            <a:ext cx="2758860" cy="576251"/>
          </a:xfrm>
          <a:prstGeom prst="rect">
            <a:avLst/>
          </a:prstGeom>
        </p:spPr>
        <p:txBody>
          <a:bodyPr anchor="b"/>
          <a:lstStyle>
            <a:lvl1pPr marL="0" marR="0" indent="49213" algn="ctr" defTabSz="914400" rtl="0" eaLnBrk="1" fontAlgn="auto" latinLnBrk="0" hangingPunct="1">
              <a:lnSpc>
                <a:spcPts val="1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marL="0" marR="0" lvl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9" name="文本占位符 6">
            <a:extLst>
              <a:ext uri="{FF2B5EF4-FFF2-40B4-BE49-F238E27FC236}">
                <ns2:creationId id="{70B7C92A-D9BD-57AB-6B08-7896BC7844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63658" y="3006090"/>
            <a:ext cx="2729012" cy="2217420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0" name="文本占位符 49">
            <a:extLst>
              <a:ext uri="{FF2B5EF4-FFF2-40B4-BE49-F238E27FC236}">
                <ns2:creationId id="{6CE2D26B-5BF1-1BE8-0BAA-011EAF32DD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2231" y="1573388"/>
            <a:ext cx="911866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03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文本占位符 6">
            <a:extLst>
              <a:ext uri="{FF2B5EF4-FFF2-40B4-BE49-F238E27FC236}">
                <ns2:creationId id="{1B878DEF-F915-CA0C-5B04-AABF5C53E0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48734" y="2594610"/>
            <a:ext cx="2758860" cy="400050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ts val="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2" name="文本占位符 6">
            <a:extLst>
              <a:ext uri="{FF2B5EF4-FFF2-40B4-BE49-F238E27FC236}">
                <ns2:creationId id="{3A5DF028-96BE-F017-615E-574E55601B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48788" y="5246369"/>
            <a:ext cx="2758752" cy="36576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5" name="Rounded Rectangle 31">
            <a:extLst>
              <a:ext uri="{FF2B5EF4-FFF2-40B4-BE49-F238E27FC236}">
                <ns2:creationId id="{CC022A79-5852-49B6-6088-6BC703138DA1}"/>
              </a:ext>
            </a:extLst>
          </p:cNvPr>
          <p:cNvSpPr/>
          <p:nvPr/>
        </p:nvSpPr>
        <p:spPr>
          <a:xfrm>
            <a:off x="4426753" y="1684867"/>
            <a:ext cx="3319913" cy="4310984"/>
          </a:xfrm>
          <a:prstGeom prst="roundRect">
            <a:avLst>
              <a:gd name="adj" fmla="val 2253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>
                <a:latin typeface="Clarity City"/>
                <a:ea typeface="OPPOSans R"/>
                <a:cs typeface="OPPOSans R"/>
              </a:defRPr>
            </a:pPr>
            <a:endParaRPr lang="en-US" noProof="1">
              <a:solidFill>
                <a:srgbClr val="FFFFFF"/>
              </a:solidFill>
              <a:latin typeface="Clarity City"/>
              <a:ea typeface="OPPOSans R"/>
              <a:cs typeface="OPPOSans R"/>
            </a:endParaRPr>
          </a:p>
        </p:txBody>
      </p:sp>
      <p:sp>
        <p:nvSpPr>
          <p:cNvPr id="38" name="文本占位符 6">
            <a:extLst>
              <a:ext uri="{FF2B5EF4-FFF2-40B4-BE49-F238E27FC236}">
                <ns2:creationId id="{22A46670-C0F7-731E-D5B5-7C9F15CBAC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07279" y="1930814"/>
            <a:ext cx="2758860" cy="576251"/>
          </a:xfrm>
          <a:prstGeom prst="rect">
            <a:avLst/>
          </a:prstGeom>
        </p:spPr>
        <p:txBody>
          <a:bodyPr anchor="b"/>
          <a:lstStyle>
            <a:lvl1pPr marL="0" marR="0" indent="49213" algn="ctr" defTabSz="914400" rtl="0" eaLnBrk="1" fontAlgn="auto" latinLnBrk="0" hangingPunct="1">
              <a:lnSpc>
                <a:spcPts val="1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600" i="0" kern="1200" dirty="0">
                <a:solidFill>
                  <a:schemeClr val="tx2"/>
                </a:solidFill>
                <a:latin typeface="Clarity City" pitchFamily="2" charset="0"/>
                <a:ea typeface="OPPOSans R" pitchFamily="2" charset="0"/>
                <a:cs typeface="OPPOSans R" pitchFamily="34" charset="-120"/>
              </a:defRPr>
            </a:lvl1pPr>
          </a:lstStyle>
          <a:p>
            <a:pPr marL="0" marR="0" lvl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9" name="文本占位符 6">
            <a:extLst>
              <a:ext uri="{FF2B5EF4-FFF2-40B4-BE49-F238E27FC236}">
                <ns2:creationId id="{5F23D0AB-FAD7-7D2E-C952-37B5D753DBB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22203" y="3006090"/>
            <a:ext cx="2729012" cy="2217420"/>
          </a:xfrm>
          <a:prstGeom prst="roundRect">
            <a:avLst>
              <a:gd name="adj" fmla="val 5582"/>
            </a:avLst>
          </a:prstGeom>
          <a:solidFill>
            <a:schemeClr val="bg2"/>
          </a:solidFill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0" name="文本占位符 49">
            <a:extLst>
              <a:ext uri="{FF2B5EF4-FFF2-40B4-BE49-F238E27FC236}">
                <ns2:creationId id="{E6529431-89AA-3625-9169-ABD1B743CC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30776" y="1573388"/>
            <a:ext cx="911866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02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1" name="文本占位符 6">
            <a:extLst>
              <a:ext uri="{FF2B5EF4-FFF2-40B4-BE49-F238E27FC236}">
                <ns2:creationId id="{6B8239D9-F9B7-4D63-EBCE-0A76E78C50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07279" y="2594610"/>
            <a:ext cx="2758860" cy="400050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ts val="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chemeClr val="accent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文本占位符 6">
            <a:extLst>
              <a:ext uri="{FF2B5EF4-FFF2-40B4-BE49-F238E27FC236}">
                <ns2:creationId id="{2B6B5060-CD7D-84EB-EA72-80ABD6BBCAF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07333" y="5246369"/>
            <a:ext cx="2758752" cy="36576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3:creationId val="3546295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>
  <p:cSld name="Statemen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张着嘴&#10;&#10;低可信度描述已自动生成">
            <a:extLst>
              <a:ext uri="{FF2B5EF4-FFF2-40B4-BE49-F238E27FC236}">
                <ns2:creationId id="{A33F6F9E-7AFE-C5F8-9512-8B29A59F3E61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标题占位符 8">
            <a:extLst>
              <a:ext uri="{FF2B5EF4-FFF2-40B4-BE49-F238E27FC236}">
                <ns2:creationId id="{7461A1A8-D2CF-C46D-279D-A5E8361F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7" name="文本占位符 6">
            <a:extLst>
              <a:ext uri="{FF2B5EF4-FFF2-40B4-BE49-F238E27FC236}">
                <ns2:creationId id="{0B86D082-D255-D9B5-DFD5-9EC3CD133D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图片占位符 5">
            <a:extLst>
              <a:ext uri="{FF2B5EF4-FFF2-40B4-BE49-F238E27FC236}">
                <ns2:creationId id="{51156E1A-413E-4A23-F8C0-44FC3FEF78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4713" y="2327689"/>
            <a:ext cx="5127625" cy="3040063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8" name="文本占位符 6">
            <a:extLst>
              <a:ext uri="{FF2B5EF4-FFF2-40B4-BE49-F238E27FC236}">
                <ns2:creationId id="{B7DB416F-FC04-EB44-1380-BB7692FBEA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4713" y="5410854"/>
            <a:ext cx="2758752" cy="365761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9" name="文本占位符 6">
            <a:extLst>
              <a:ext uri="{FF2B5EF4-FFF2-40B4-BE49-F238E27FC236}">
                <ns2:creationId id="{2A0940AB-CB45-9589-B9CC-7B64D74DD4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956" y="2616247"/>
            <a:ext cx="4519323" cy="2756876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" name="文本占位符 49">
            <a:extLst>
              <a:ext uri="{FF2B5EF4-FFF2-40B4-BE49-F238E27FC236}">
                <ns2:creationId id="{8A8A45A0-6218-9462-A8DF-64F3B9FA2C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4218" y="2343181"/>
            <a:ext cx="911866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275814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>
  <p:cSld name="Statement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8">
            <a:extLst>
              <a:ext uri="{FF2B5EF4-FFF2-40B4-BE49-F238E27FC236}">
                <ns2:creationId id="{10D44580-C9E6-C26D-5F0C-04436BCF5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53" y="566954"/>
            <a:ext cx="10479087" cy="665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" name="文本占位符 6">
            <a:extLst>
              <a:ext uri="{FF2B5EF4-FFF2-40B4-BE49-F238E27FC236}">
                <ns2:creationId id="{35F9867D-9FAE-58B0-FCDF-0AC1C9E24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079" y="323545"/>
            <a:ext cx="10533063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800" i="0" kern="1200" dirty="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文本占位符 6">
            <a:extLst>
              <a:ext uri="{FF2B5EF4-FFF2-40B4-BE49-F238E27FC236}">
                <ns2:creationId id="{125D1C30-A5E3-571B-FDAD-67D0A5B1E3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07978" y="2920620"/>
            <a:ext cx="2606674" cy="873457"/>
          </a:xfrm>
          <a:prstGeom prst="roundRect">
            <a:avLst>
              <a:gd name="adj" fmla="val 9312"/>
            </a:avLst>
          </a:prstGeom>
          <a:noFill/>
          <a:ln>
            <a:noFill/>
          </a:ln>
        </p:spPr>
        <p:txBody>
          <a:bodyPr tIns="54000" rIns="90000" anchor="b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0" lang="zh-CN" altLang="en-US" sz="5245" b="1" i="0" u="none" strike="noStrike" kern="0" cap="none" spc="-15" normalizeH="0" baseline="0" dirty="0" smtClean="0">
                <a:ln>
                  <a:noFill/>
                </a:ln>
                <a:solidFill>
                  <a:srgbClr val="216CFF"/>
                </a:solidFill>
                <a:effectLst/>
                <a:uLnTx/>
                <a:uFillTx/>
                <a:latin typeface="Clarity City" pitchFamily="2" charset="0"/>
                <a:ea typeface="OPPOSans B"/>
                <a:cs typeface="OPPOSans B"/>
              </a:defRPr>
            </a:lvl1pPr>
          </a:lstStyle>
          <a:p>
            <a:pPr lvl="0"/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6" name="文本占位符 6">
            <a:extLst>
              <a:ext uri="{FF2B5EF4-FFF2-40B4-BE49-F238E27FC236}">
                <ns2:creationId id="{F7C9DD4B-2A41-060F-5A16-471844F211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5725" y="3753135"/>
            <a:ext cx="2591180" cy="286603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0" lang="zh-CN" altLang="en-US" sz="1486" i="0" u="none" strike="noStrike" kern="0" cap="none" spc="-12" normalizeH="0" baseline="0" dirty="0" smtClean="0">
                <a:ln>
                  <a:noFill/>
                </a:ln>
                <a:solidFill>
                  <a:srgbClr val="385AEA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文本占位符 6">
            <a:extLst>
              <a:ext uri="{FF2B5EF4-FFF2-40B4-BE49-F238E27FC236}">
                <ns2:creationId id="{893E4A25-4200-46A7-EAA5-FFED2D1C08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4667" y="4293096"/>
            <a:ext cx="4273296" cy="620098"/>
          </a:xfrm>
          <a:prstGeom prst="rect">
            <a:avLst/>
          </a:prstGeom>
        </p:spPr>
        <p:txBody>
          <a:bodyPr tIns="0" rIns="90000" anchor="t"/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kumimoji="0" lang="zh-CN" altLang="en-US" sz="1728" i="0" u="none" strike="noStrike" kern="0" cap="none" spc="-21" normalizeH="0" baseline="0" dirty="0" smtClean="0">
                <a:ln>
                  <a:noFill/>
                </a:ln>
                <a:solidFill>
                  <a:srgbClr val="111B3C"/>
                </a:solidFill>
                <a:effectLst/>
                <a:uLnTx/>
                <a:uFillTx/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" name="文本占位符 6">
            <a:extLst>
              <a:ext uri="{FF2B5EF4-FFF2-40B4-BE49-F238E27FC236}">
                <ns2:creationId id="{766B6F5E-65E1-B292-CF57-8FA2BDAF26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0835" y="2606308"/>
            <a:ext cx="4519323" cy="2756876"/>
          </a:xfrm>
          <a:prstGeom prst="rect">
            <a:avLst/>
          </a:prstGeom>
          <a:noFill/>
        </p:spPr>
        <p:txBody>
          <a:bodyPr tIns="108000" anchor="t"/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chemeClr val="tx2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3" name="文本占位符 49">
            <a:extLst>
              <a:ext uri="{FF2B5EF4-FFF2-40B4-BE49-F238E27FC236}">
                <ns2:creationId id="{54E04D25-3BD4-203E-1830-45019C5491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097" y="2333242"/>
            <a:ext cx="911866" cy="2542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257452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Three Column Feature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5">
            <a:extLst>
              <a:ext uri="{FF2B5EF4-FFF2-40B4-BE49-F238E27FC236}">
                <ns2:creationId id="{682E9FB3-2651-F4CB-98CE-42F72A6BECB4}"/>
              </a:ext>
            </a:extLst>
          </p:cNvPr>
          <p:cNvSpPr/>
          <p:nvPr userDrawn="1"/>
        </p:nvSpPr>
        <p:spPr>
          <a:xfrm>
            <a:off x="7477049" y="1947887"/>
            <a:ext cx="3942115" cy="4072143"/>
          </a:xfrm>
          <a:prstGeom prst="roundRect">
            <a:avLst>
              <a:gd name="adj" fmla="val 3073"/>
            </a:avLst>
          </a:prstGeom>
          <a:solidFill>
            <a:srgbClr val="1E28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33" name="p2-vector-2">
            <a:extLst>
              <a:ext uri="{FF2B5EF4-FFF2-40B4-BE49-F238E27FC236}">
                <ns2:creationId id="{978F6840-A50D-B327-7546-54984A9F49C0}"/>
              </a:ext>
            </a:extLst>
          </p:cNvPr>
          <p:cNvSpPr>
            <a:spLocks noGrp="1"/>
          </p:cNvSpPr>
          <p:nvPr userDrawn="1"/>
        </p:nvSpPr>
        <p:spPr>
          <a:xfrm>
            <a:off x="3926865" y="1947887"/>
            <a:ext cx="2981348" cy="4072143"/>
          </a:xfrm>
          <a:prstGeom prst="roundRect">
            <a:avLst>
              <a:gd name="adj" fmla="val 4055"/>
            </a:avLst>
          </a:prstGeom>
          <a:solidFill>
            <a:srgbClr val="F0F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p2-vector-2">
            <a:extLst>
              <a:ext uri="{FF2B5EF4-FFF2-40B4-BE49-F238E27FC236}">
                <ns2:creationId id="{56C35B95-B56C-8CD0-2565-8379EA6EE979}"/>
              </a:ext>
            </a:extLst>
          </p:cNvPr>
          <p:cNvSpPr>
            <a:spLocks noGrp="1"/>
          </p:cNvSpPr>
          <p:nvPr userDrawn="1"/>
        </p:nvSpPr>
        <p:spPr>
          <a:xfrm>
            <a:off x="551121" y="1947887"/>
            <a:ext cx="2981348" cy="4072143"/>
          </a:xfrm>
          <a:prstGeom prst="roundRect">
            <a:avLst>
              <a:gd name="adj" fmla="val 3768"/>
            </a:avLst>
          </a:prstGeom>
          <a:solidFill>
            <a:srgbClr val="F0F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标题占位符 8">
            <a:extLst>
              <a:ext uri="{FF2B5EF4-FFF2-40B4-BE49-F238E27FC236}">
                <ns2:creationId id="{CB7DE862-BDAA-A435-C353-36A6FD9E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28" name="文本占位符 6">
            <a:extLst>
              <a:ext uri="{FF2B5EF4-FFF2-40B4-BE49-F238E27FC236}">
                <ns2:creationId id="{222DF226-581D-A4C1-554A-D3D8E940A5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文本占位符 6">
            <a:extLst>
              <a:ext uri="{FF2B5EF4-FFF2-40B4-BE49-F238E27FC236}">
                <ns2:creationId id="{D039D32D-B3A0-62E6-CB6F-5112829EA3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905" y="4658981"/>
            <a:ext cx="2341405" cy="88937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0" name="Text Placeholder 39">
            <a:extLst>
              <a:ext uri="{FF2B5EF4-FFF2-40B4-BE49-F238E27FC236}">
                <ns2:creationId id="{6C936594-E153-AE4B-FE59-1FB213140F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8999" y="3072349"/>
            <a:ext cx="2341309" cy="3566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Title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ns2:creationId id="{5D74F953-B43C-146F-ACFC-62039A4BD700}"/>
              </a:ext>
            </a:extLst>
          </p:cNvPr>
          <p:cNvCxnSpPr>
            <a:cxnSpLocks/>
          </p:cNvCxnSpPr>
          <p:nvPr userDrawn="1"/>
        </p:nvCxnSpPr>
        <p:spPr>
          <a:xfrm>
            <a:off x="888999" y="3744348"/>
            <a:ext cx="604800" cy="0"/>
          </a:xfrm>
          <a:prstGeom prst="line">
            <a:avLst/>
          </a:prstGeom>
          <a:ln w="28575">
            <a:solidFill>
              <a:srgbClr val="4162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9">
            <a:extLst>
              <a:ext uri="{FF2B5EF4-FFF2-40B4-BE49-F238E27FC236}">
                <ns2:creationId id="{7F7E09B4-76F6-031F-9C48-5BACD45473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8999" y="4012137"/>
            <a:ext cx="2341309" cy="4909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49" name="Text Placeholder 39">
            <a:extLst>
              <a:ext uri="{FF2B5EF4-FFF2-40B4-BE49-F238E27FC236}">
                <ns2:creationId id="{B20AFB55-EE1A-0277-C5A7-2E7E438E50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8999" y="2341738"/>
            <a:ext cx="948347" cy="451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50" name="文本占位符 6">
            <a:extLst>
              <a:ext uri="{FF2B5EF4-FFF2-40B4-BE49-F238E27FC236}">
                <ns2:creationId id="{41A9E788-0BBC-0B5C-CB09-364EB1733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3069" y="4658981"/>
            <a:ext cx="2341405" cy="88937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1" name="Text Placeholder 39">
            <a:extLst>
              <a:ext uri="{FF2B5EF4-FFF2-40B4-BE49-F238E27FC236}">
                <ns2:creationId id="{E9132E03-2E1A-72E1-C2F3-BF9AC6956C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3163" y="3072349"/>
            <a:ext cx="2341309" cy="3566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Title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ns2:creationId id="{9392806D-8A3D-F99A-593F-270379E7F445}"/>
              </a:ext>
            </a:extLst>
          </p:cNvPr>
          <p:cNvCxnSpPr>
            <a:cxnSpLocks/>
          </p:cNvCxnSpPr>
          <p:nvPr userDrawn="1"/>
        </p:nvCxnSpPr>
        <p:spPr>
          <a:xfrm>
            <a:off x="4263163" y="3744348"/>
            <a:ext cx="604800" cy="0"/>
          </a:xfrm>
          <a:prstGeom prst="line">
            <a:avLst/>
          </a:prstGeom>
          <a:ln w="28575">
            <a:solidFill>
              <a:srgbClr val="4162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39">
            <a:extLst>
              <a:ext uri="{FF2B5EF4-FFF2-40B4-BE49-F238E27FC236}">
                <ns2:creationId id="{39A7F458-7472-2B6F-2E81-78A7E18760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63163" y="4012137"/>
            <a:ext cx="2341309" cy="4909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54" name="Text Placeholder 39">
            <a:extLst>
              <a:ext uri="{FF2B5EF4-FFF2-40B4-BE49-F238E27FC236}">
                <ns2:creationId id="{46788DD4-BAD4-127F-AB4E-C8447BCC2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3163" y="2341738"/>
            <a:ext cx="948347" cy="451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55" name="文本占位符 6">
            <a:extLst>
              <a:ext uri="{FF2B5EF4-FFF2-40B4-BE49-F238E27FC236}">
                <ns2:creationId id="{A3F99955-D028-8D11-BFC3-AF1E9B5FC52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08150" y="4658981"/>
            <a:ext cx="3221964" cy="88937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6" name="Text Placeholder 39">
            <a:extLst>
              <a:ext uri="{FF2B5EF4-FFF2-40B4-BE49-F238E27FC236}">
                <ns2:creationId id="{35BA9227-E6F5-71E1-A6B5-51A6B71945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08244" y="3072349"/>
            <a:ext cx="3221870" cy="3566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bg1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Title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ns2:creationId id="{16C17023-124B-E69F-A8B8-178F6946C369}"/>
              </a:ext>
            </a:extLst>
          </p:cNvPr>
          <p:cNvCxnSpPr>
            <a:cxnSpLocks/>
          </p:cNvCxnSpPr>
          <p:nvPr userDrawn="1"/>
        </p:nvCxnSpPr>
        <p:spPr>
          <a:xfrm>
            <a:off x="7808244" y="3744348"/>
            <a:ext cx="604800" cy="0"/>
          </a:xfrm>
          <a:prstGeom prst="line">
            <a:avLst/>
          </a:prstGeom>
          <a:ln w="28575">
            <a:solidFill>
              <a:srgbClr val="45C5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9">
            <a:extLst>
              <a:ext uri="{FF2B5EF4-FFF2-40B4-BE49-F238E27FC236}">
                <ns2:creationId id="{CFB71A51-945B-1A36-1D9B-232B7B3D92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08244" y="4012137"/>
            <a:ext cx="3221964" cy="4909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5C5CC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59" name="Text Placeholder 39">
            <a:extLst>
              <a:ext uri="{FF2B5EF4-FFF2-40B4-BE49-F238E27FC236}">
                <ns2:creationId id="{BB0C043D-4A3D-9D86-B725-0801E3E10D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08244" y="2341738"/>
            <a:ext cx="948347" cy="451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</p:spTree>
    <p:extLst>
      <p:ext uri="{BB962C8B-B14F-4D97-AF65-F5344CB8AC3E}">
        <ns3:creationId val="850175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Four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777B3DF5-94F5-A929-CD45-DC2E338A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52D0CFE6-0719-9287-BAD2-8D82D36B18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0" name="p2-vector-4">
            <a:extLst>
              <a:ext uri="{FF2B5EF4-FFF2-40B4-BE49-F238E27FC236}">
                <ns2:creationId id="{E1739E9B-4F64-3B27-D6E2-4A8949A2874F}"/>
              </a:ext>
            </a:extLst>
          </p:cNvPr>
          <p:cNvSpPr>
            <a:spLocks noGrp="1"/>
          </p:cNvSpPr>
          <p:nvPr userDrawn="1"/>
        </p:nvSpPr>
        <p:spPr>
          <a:xfrm>
            <a:off x="652197" y="1886537"/>
            <a:ext cx="3803904" cy="4241596"/>
          </a:xfrm>
          <a:custGeom>
            <a:avLst/>
            <a:gdLst/>
            <a:ahLst/>
            <a:cxnLst/>
            <a:rect l="0" t="0" r="0" b="0"/>
            <a:pathLst>
              <a:path w="3803904" h="4206240">
                <a:moveTo>
                  <a:pt x="0" y="104902"/>
                </a:moveTo>
                <a:lnTo>
                  <a:pt x="8247" y="64079"/>
                </a:lnTo>
                <a:lnTo>
                  <a:pt x="30734" y="30734"/>
                </a:lnTo>
                <a:lnTo>
                  <a:pt x="64079" y="8247"/>
                </a:lnTo>
                <a:lnTo>
                  <a:pt x="104902" y="0"/>
                </a:lnTo>
                <a:lnTo>
                  <a:pt x="3699002" y="0"/>
                </a:lnTo>
                <a:lnTo>
                  <a:pt x="3739825" y="8247"/>
                </a:lnTo>
                <a:lnTo>
                  <a:pt x="3773170" y="30734"/>
                </a:lnTo>
                <a:lnTo>
                  <a:pt x="3795657" y="64079"/>
                </a:lnTo>
                <a:lnTo>
                  <a:pt x="3803904" y="104902"/>
                </a:lnTo>
                <a:lnTo>
                  <a:pt x="3803904" y="4101287"/>
                </a:lnTo>
                <a:lnTo>
                  <a:pt x="3795657" y="4142139"/>
                </a:lnTo>
                <a:lnTo>
                  <a:pt x="3773170" y="4175500"/>
                </a:lnTo>
                <a:lnTo>
                  <a:pt x="3739825" y="4197992"/>
                </a:lnTo>
                <a:lnTo>
                  <a:pt x="3699002" y="4206240"/>
                </a:lnTo>
                <a:lnTo>
                  <a:pt x="104902" y="4206240"/>
                </a:lnTo>
                <a:lnTo>
                  <a:pt x="64079" y="4197992"/>
                </a:lnTo>
                <a:lnTo>
                  <a:pt x="30734" y="4175500"/>
                </a:lnTo>
                <a:lnTo>
                  <a:pt x="8247" y="4142139"/>
                </a:lnTo>
                <a:lnTo>
                  <a:pt x="0" y="4101287"/>
                </a:lnTo>
                <a:lnTo>
                  <a:pt x="0" y="104902"/>
                </a:lnTo>
                <a:close/>
              </a:path>
            </a:pathLst>
          </a:custGeom>
          <a:solidFill>
            <a:srgbClr val="1E2856"/>
          </a:solidFill>
          <a:ln w="190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文本占位符 6">
            <a:extLst>
              <a:ext uri="{FF2B5EF4-FFF2-40B4-BE49-F238E27FC236}">
                <ns2:creationId id="{E1180D72-E3A1-53A1-A98B-3274802C9C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5386" y="3604165"/>
            <a:ext cx="3221964" cy="47994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7" name="Text Placeholder 39">
            <a:extLst>
              <a:ext uri="{FF2B5EF4-FFF2-40B4-BE49-F238E27FC236}">
                <ns2:creationId id="{594263A8-6544-DD26-A4AD-C2D07F529E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5480" y="2940686"/>
            <a:ext cx="3221964" cy="507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45C5CC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Title</a:t>
            </a:r>
          </a:p>
        </p:txBody>
      </p:sp>
      <p:sp>
        <p:nvSpPr>
          <p:cNvPr id="7" name="Text Placeholder 39">
            <a:extLst>
              <a:ext uri="{FF2B5EF4-FFF2-40B4-BE49-F238E27FC236}">
                <ns2:creationId id="{D64CEB5E-E59E-CE24-5196-918854F727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4583" y="2100009"/>
            <a:ext cx="3221870" cy="635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24" name="文本占位符 6">
            <a:extLst>
              <a:ext uri="{FF2B5EF4-FFF2-40B4-BE49-F238E27FC236}">
                <ns2:creationId id="{7A09245C-36B1-8477-5DF6-9DF669C742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9983" y="5197888"/>
            <a:ext cx="3221964" cy="47994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5" name="Text Placeholder 39">
            <a:extLst>
              <a:ext uri="{FF2B5EF4-FFF2-40B4-BE49-F238E27FC236}">
                <ns2:creationId id="{079643EF-9112-009E-79BE-E5C39B5D1B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0077" y="4534409"/>
            <a:ext cx="3221964" cy="507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45C5CC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Title</a:t>
            </a:r>
          </a:p>
        </p:txBody>
      </p:sp>
      <p:sp>
        <p:nvSpPr>
          <p:cNvPr id="26" name="文本占位符 6">
            <a:extLst>
              <a:ext uri="{FF2B5EF4-FFF2-40B4-BE49-F238E27FC236}">
                <ns2:creationId id="{840B780F-CFFF-FE3A-C641-513DD4E10C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9278" y="2249851"/>
            <a:ext cx="5060930" cy="59589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7" name="Text Placeholder 39">
            <a:extLst>
              <a:ext uri="{FF2B5EF4-FFF2-40B4-BE49-F238E27FC236}">
                <ns2:creationId id="{989BCED1-D2DB-3345-4E32-9292266CC9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69278" y="1892781"/>
            <a:ext cx="5060930" cy="2883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6" name="文本占位符 6">
            <a:extLst>
              <a:ext uri="{FF2B5EF4-FFF2-40B4-BE49-F238E27FC236}">
                <ns2:creationId id="{54F01CD1-5E8D-CBF8-9C8C-B336A708D3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69278" y="3355320"/>
            <a:ext cx="5060930" cy="59589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7" name="Text Placeholder 39">
            <a:extLst>
              <a:ext uri="{FF2B5EF4-FFF2-40B4-BE49-F238E27FC236}">
                <ns2:creationId id="{C8F812D9-3FEB-B4D3-674F-F13B5A2F10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69278" y="2998250"/>
            <a:ext cx="5060930" cy="2883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8" name="文本占位符 6">
            <a:extLst>
              <a:ext uri="{FF2B5EF4-FFF2-40B4-BE49-F238E27FC236}">
                <ns2:creationId id="{19AE27DE-4017-E785-6C97-F642F5FA7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9278" y="4507578"/>
            <a:ext cx="5060930" cy="59589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9" name="Text Placeholder 39">
            <a:extLst>
              <a:ext uri="{FF2B5EF4-FFF2-40B4-BE49-F238E27FC236}">
                <ns2:creationId id="{D9FFF1AC-FF22-8D48-9BD5-AC0D32A9ABD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9278" y="4150508"/>
            <a:ext cx="5060930" cy="2883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0" name="文本占位符 6">
            <a:extLst>
              <a:ext uri="{FF2B5EF4-FFF2-40B4-BE49-F238E27FC236}">
                <ns2:creationId id="{B2A88FDD-15D0-EAD1-E375-2CEBF071FC2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69278" y="5634200"/>
            <a:ext cx="5060930" cy="49393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1" name="Text Placeholder 39">
            <a:extLst>
              <a:ext uri="{FF2B5EF4-FFF2-40B4-BE49-F238E27FC236}">
                <ns2:creationId id="{0C64A258-2BE7-0384-A339-E711B31BEE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69278" y="5277129"/>
            <a:ext cx="5060930" cy="2883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grpSp>
        <p:nvGrpSpPr>
          <p:cNvPr id="49" name="Group 48">
            <a:extLst>
              <a:ext uri="{FF2B5EF4-FFF2-40B4-BE49-F238E27FC236}">
                <ns2:creationId id="{538E4582-0DDD-B9AA-5C8D-ED440EE28290}"/>
              </a:ext>
            </a:extLst>
          </p:cNvPr>
          <p:cNvGrpSpPr/>
          <p:nvPr userDrawn="1"/>
        </p:nvGrpSpPr>
        <p:grpSpPr>
          <a:xfrm>
            <a:off x="4496252" y="2423603"/>
            <a:ext cx="854146" cy="3049184"/>
            <a:chOff x="4496252" y="2423603"/>
            <a:chExt cx="854146" cy="3049184"/>
          </a:xfrm>
        </p:grpSpPr>
        <p:cxnSp>
          <p:nvCxnSpPr>
            <p:cNvPr id="42" name="Straight Connector 41">
              <a:extLst>
                <a:ext uri="{FF2B5EF4-FFF2-40B4-BE49-F238E27FC236}">
                  <ns2:creationId id="{DEF2B68A-C58F-2F49-C1B9-5283C44BEB51}"/>
                </a:ext>
              </a:extLst>
            </p:cNvPr>
            <p:cNvCxnSpPr/>
            <p:nvPr userDrawn="1"/>
          </p:nvCxnSpPr>
          <p:spPr>
            <a:xfrm>
              <a:off x="4496252" y="3915608"/>
              <a:ext cx="337464" cy="0"/>
            </a:xfrm>
            <a:prstGeom prst="line">
              <a:avLst/>
            </a:prstGeom>
            <a:ln w="19050">
              <a:solidFill>
                <a:srgbClr val="4162E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ns2:creationId id="{878054C8-1C2B-CA39-EA57-365B151666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29284" y="2423603"/>
              <a:ext cx="0" cy="3049184"/>
            </a:xfrm>
            <a:prstGeom prst="line">
              <a:avLst/>
            </a:prstGeom>
            <a:ln w="19050">
              <a:solidFill>
                <a:srgbClr val="4162E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ns2:creationId id="{7D71BCD6-83B3-034B-6988-206BD8FC5F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22141" y="2430458"/>
              <a:ext cx="516682" cy="0"/>
            </a:xfrm>
            <a:prstGeom prst="line">
              <a:avLst/>
            </a:prstGeom>
            <a:ln w="19050">
              <a:solidFill>
                <a:srgbClr val="4162E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ns2:creationId id="{FDB2905B-182B-4EE3-9AD2-F0FD555C9C68}"/>
                </a:ext>
              </a:extLst>
            </p:cNvPr>
            <p:cNvCxnSpPr/>
            <p:nvPr userDrawn="1"/>
          </p:nvCxnSpPr>
          <p:spPr>
            <a:xfrm>
              <a:off x="4833716" y="3441551"/>
              <a:ext cx="306592" cy="0"/>
            </a:xfrm>
            <a:prstGeom prst="line">
              <a:avLst/>
            </a:prstGeom>
            <a:ln w="19050">
              <a:solidFill>
                <a:srgbClr val="4162E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ns2:creationId id="{80CCDFFB-20D9-EB59-A565-284C8A85DE27}"/>
                </a:ext>
              </a:extLst>
            </p:cNvPr>
            <p:cNvCxnSpPr/>
            <p:nvPr userDrawn="1"/>
          </p:nvCxnSpPr>
          <p:spPr>
            <a:xfrm>
              <a:off x="4833716" y="4439062"/>
              <a:ext cx="516682" cy="0"/>
            </a:xfrm>
            <a:prstGeom prst="line">
              <a:avLst/>
            </a:prstGeom>
            <a:ln w="19050">
              <a:solidFill>
                <a:srgbClr val="4162E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ns2:creationId id="{9EE77F14-CD55-83E7-F5CD-988FF73CC1C0}"/>
                </a:ext>
              </a:extLst>
            </p:cNvPr>
            <p:cNvCxnSpPr/>
            <p:nvPr userDrawn="1"/>
          </p:nvCxnSpPr>
          <p:spPr>
            <a:xfrm>
              <a:off x="4822141" y="5465644"/>
              <a:ext cx="516682" cy="0"/>
            </a:xfrm>
            <a:prstGeom prst="line">
              <a:avLst/>
            </a:prstGeom>
            <a:ln w="19050">
              <a:solidFill>
                <a:srgbClr val="4162E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Oval 45">
            <a:extLst>
              <a:ext uri="{FF2B5EF4-FFF2-40B4-BE49-F238E27FC236}">
                <ns2:creationId id="{56B4B54B-D6A7-AF8E-6FEF-5DF8258EA1A7}"/>
              </a:ext>
            </a:extLst>
          </p:cNvPr>
          <p:cNvSpPr/>
          <p:nvPr userDrawn="1"/>
        </p:nvSpPr>
        <p:spPr>
          <a:xfrm>
            <a:off x="4378443" y="3837302"/>
            <a:ext cx="150983" cy="150983"/>
          </a:xfrm>
          <a:prstGeom prst="ellipse">
            <a:avLst/>
          </a:prstGeom>
          <a:solidFill>
            <a:schemeClr val="bg1"/>
          </a:solidFill>
          <a:ln>
            <a:solidFill>
              <a:srgbClr val="45C5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ns2:creationId id="{C8B30AB8-1731-0814-4A8B-1AD81CE162E5}"/>
              </a:ext>
            </a:extLst>
          </p:cNvPr>
          <p:cNvSpPr/>
          <p:nvPr userDrawn="1"/>
        </p:nvSpPr>
        <p:spPr>
          <a:xfrm>
            <a:off x="5149152" y="2126255"/>
            <a:ext cx="609600" cy="609600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>
            <a:solidFill>
              <a:srgbClr val="4162EB"/>
            </a:solidFill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ns2:creationId id="{25A6537B-FB67-8756-A6EA-AD1C158BF23D}"/>
              </a:ext>
            </a:extLst>
          </p:cNvPr>
          <p:cNvSpPr/>
          <p:nvPr userDrawn="1"/>
        </p:nvSpPr>
        <p:spPr>
          <a:xfrm>
            <a:off x="5149152" y="3150133"/>
            <a:ext cx="609600" cy="609600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>
            <a:solidFill>
              <a:srgbClr val="4162EB"/>
            </a:solidFill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ns2:creationId id="{8EA48BE6-4AA5-FE28-6982-6A8EC7835F9D}"/>
              </a:ext>
            </a:extLst>
          </p:cNvPr>
          <p:cNvSpPr/>
          <p:nvPr userDrawn="1"/>
        </p:nvSpPr>
        <p:spPr>
          <a:xfrm>
            <a:off x="5149152" y="4174011"/>
            <a:ext cx="609600" cy="609600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>
            <a:solidFill>
              <a:srgbClr val="4162EB"/>
            </a:solidFill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ns2:creationId id="{AA5F2408-095F-9A83-F6AD-E597E9E5A317}"/>
              </a:ext>
            </a:extLst>
          </p:cNvPr>
          <p:cNvSpPr/>
          <p:nvPr userDrawn="1"/>
        </p:nvSpPr>
        <p:spPr>
          <a:xfrm>
            <a:off x="5149152" y="5197888"/>
            <a:ext cx="609600" cy="609600"/>
          </a:xfrm>
          <a:prstGeom prst="ellipse">
            <a:avLst/>
          </a:prstGeom>
          <a:solidFill>
            <a:schemeClr val="bg1">
              <a:alpha val="99000"/>
            </a:schemeClr>
          </a:solidFill>
          <a:ln w="19050">
            <a:solidFill>
              <a:srgbClr val="4162EB"/>
            </a:solidFill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Placeholder 39">
            <a:extLst>
              <a:ext uri="{FF2B5EF4-FFF2-40B4-BE49-F238E27FC236}">
                <ns2:creationId id="{62A00D7A-A4C9-0699-AC71-1F9C65E269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40308" y="3149240"/>
            <a:ext cx="609600" cy="60244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56" name="Text Placeholder 39">
            <a:extLst>
              <a:ext uri="{FF2B5EF4-FFF2-40B4-BE49-F238E27FC236}">
                <ns2:creationId id="{D9F3D562-5A38-AE9A-F702-42C31AF46EB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48616" y="4184735"/>
            <a:ext cx="609600" cy="60244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57" name="Text Placeholder 39">
            <a:extLst>
              <a:ext uri="{FF2B5EF4-FFF2-40B4-BE49-F238E27FC236}">
                <ns2:creationId id="{76B20849-66CD-6FAC-6DF1-1BC80A21055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40308" y="5205750"/>
            <a:ext cx="609600" cy="60244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9" name="Text Placeholder 39">
            <a:extLst>
              <a:ext uri="{FF2B5EF4-FFF2-40B4-BE49-F238E27FC236}">
                <ns2:creationId id="{AADF7372-05BE-319F-940B-5D34003034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351" y="2132458"/>
            <a:ext cx="609600" cy="60244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</p:spTree>
    <p:extLst>
      <p:ext uri="{BB962C8B-B14F-4D97-AF65-F5344CB8AC3E}">
        <ns3:creationId val="4208195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Modular Conten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7" descr="张着嘴&#10;&#10;低可信度描述已自动生成">
            <a:extLst>
              <a:ext uri="{FF2B5EF4-FFF2-40B4-BE49-F238E27FC236}">
                <ns2:creationId id="{2F6587B4-8EC4-3E44-7D20-EB1827B7A89D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标题占位符 8">
            <a:extLst>
              <a:ext uri="{FF2B5EF4-FFF2-40B4-BE49-F238E27FC236}">
                <ns2:creationId id="{3D95F275-B943-5556-A901-4777829E8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5" name="文本占位符 6">
            <a:extLst>
              <a:ext uri="{FF2B5EF4-FFF2-40B4-BE49-F238E27FC236}">
                <ns2:creationId id="{331FAD05-8CBC-3717-FBBC-F781054CC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p2-vector-2">
            <a:extLst>
              <a:ext uri="{FF2B5EF4-FFF2-40B4-BE49-F238E27FC236}">
                <ns2:creationId id="{E8BCA320-BD22-D11E-FF2B-21645019D21C}"/>
              </a:ext>
            </a:extLst>
          </p:cNvPr>
          <p:cNvSpPr>
            <a:spLocks noGrp="1"/>
          </p:cNvSpPr>
          <p:nvPr userDrawn="1"/>
        </p:nvSpPr>
        <p:spPr>
          <a:xfrm>
            <a:off x="551120" y="1533525"/>
            <a:ext cx="7392730" cy="1343025"/>
          </a:xfrm>
          <a:prstGeom prst="roundRect">
            <a:avLst>
              <a:gd name="adj" fmla="val 5197"/>
            </a:avLst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3">
            <a:extLst>
              <a:ext uri="{FF2B5EF4-FFF2-40B4-BE49-F238E27FC236}">
                <ns2:creationId id="{7850E055-2BE8-4E7F-6A82-F90B85A05970}"/>
              </a:ext>
            </a:extLst>
          </p:cNvPr>
          <p:cNvSpPr/>
          <p:nvPr userDrawn="1"/>
        </p:nvSpPr>
        <p:spPr>
          <a:xfrm>
            <a:off x="8092440" y="1533524"/>
            <a:ext cx="3685032" cy="4733925"/>
          </a:xfrm>
          <a:prstGeom prst="roundRect">
            <a:avLst>
              <a:gd name="adj" fmla="val 2765"/>
            </a:avLst>
          </a:prstGeom>
          <a:solidFill>
            <a:srgbClr val="1E2856"/>
          </a:solidFill>
          <a:ln w="12700">
            <a:solidFill>
              <a:srgbClr val="111A33"/>
            </a:solidFill>
            <a:prstDash val="solid"/>
          </a:ln>
        </p:spPr>
        <p:txBody>
          <a:bodyPr/>
          <a:lstStyle/>
          <a:p>
            <a:endParaRPr lang="zh-CN" altLang="en-US">
              <a:latin typeface="Clarity City" pitchFamily="2" charset="0"/>
            </a:endParaRPr>
          </a:p>
        </p:txBody>
      </p:sp>
      <p:sp>
        <p:nvSpPr>
          <p:cNvPr id="13" name="文本占位符 6">
            <a:extLst>
              <a:ext uri="{FF2B5EF4-FFF2-40B4-BE49-F238E27FC236}">
                <ns2:creationId id="{98E52DAB-4A46-3A6F-5E0B-1D21E6D48E3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2428" y="2267922"/>
            <a:ext cx="7156172" cy="457200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4" name="Text Placeholder 39">
            <a:extLst>
              <a:ext uri="{FF2B5EF4-FFF2-40B4-BE49-F238E27FC236}">
                <ns2:creationId id="{554C2C92-8837-DC1B-300E-87CDC369C22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2428" y="1987051"/>
            <a:ext cx="7156172" cy="23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5" name="Text Placeholder 39">
            <a:extLst>
              <a:ext uri="{FF2B5EF4-FFF2-40B4-BE49-F238E27FC236}">
                <ns2:creationId id="{D2B9DEF6-7238-0B61-E430-B7A59670389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2428" y="1691982"/>
            <a:ext cx="7156172" cy="23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5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16" name="p2-vector-2">
            <a:extLst>
              <a:ext uri="{FF2B5EF4-FFF2-40B4-BE49-F238E27FC236}">
                <ns2:creationId id="{CEBC2B3E-6E69-4B3C-50A8-7FD3FB49A33C}"/>
              </a:ext>
            </a:extLst>
          </p:cNvPr>
          <p:cNvSpPr>
            <a:spLocks noGrp="1"/>
          </p:cNvSpPr>
          <p:nvPr userDrawn="1"/>
        </p:nvSpPr>
        <p:spPr>
          <a:xfrm>
            <a:off x="551120" y="2946107"/>
            <a:ext cx="3563680" cy="1343025"/>
          </a:xfrm>
          <a:prstGeom prst="roundRect">
            <a:avLst>
              <a:gd name="adj" fmla="val 5197"/>
            </a:avLst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文本占位符 6">
            <a:extLst>
              <a:ext uri="{FF2B5EF4-FFF2-40B4-BE49-F238E27FC236}">
                <ns2:creationId id="{796CA608-535A-0D92-D9CD-F682317525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2428" y="3680504"/>
            <a:ext cx="3308072" cy="457200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8" name="Text Placeholder 39">
            <a:extLst>
              <a:ext uri="{FF2B5EF4-FFF2-40B4-BE49-F238E27FC236}">
                <ns2:creationId id="{49D37EAA-180E-92A0-6DAA-90C28B25CC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2428" y="3399633"/>
            <a:ext cx="3308072" cy="23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9" name="Text Placeholder 39">
            <a:extLst>
              <a:ext uri="{FF2B5EF4-FFF2-40B4-BE49-F238E27FC236}">
                <ns2:creationId id="{0927AF81-FE3E-8E41-18E3-3515D6B0CFF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92428" y="3104564"/>
            <a:ext cx="3308072" cy="23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5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24" name="p2-vector-2">
            <a:extLst>
              <a:ext uri="{FF2B5EF4-FFF2-40B4-BE49-F238E27FC236}">
                <ns2:creationId id="{93CEB7B8-0B70-8843-477F-D94506BE24A8}"/>
              </a:ext>
            </a:extLst>
          </p:cNvPr>
          <p:cNvSpPr>
            <a:spLocks noGrp="1"/>
          </p:cNvSpPr>
          <p:nvPr userDrawn="1"/>
        </p:nvSpPr>
        <p:spPr>
          <a:xfrm>
            <a:off x="4353562" y="2946107"/>
            <a:ext cx="3563680" cy="1343025"/>
          </a:xfrm>
          <a:prstGeom prst="roundRect">
            <a:avLst>
              <a:gd name="adj" fmla="val 5197"/>
            </a:avLst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文本占位符 6">
            <a:extLst>
              <a:ext uri="{FF2B5EF4-FFF2-40B4-BE49-F238E27FC236}">
                <ns2:creationId id="{4F90F3BA-A3AE-7C22-E8B8-7A2BAE3E959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94870" y="3680504"/>
            <a:ext cx="3353730" cy="457200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6" name="Text Placeholder 39">
            <a:extLst>
              <a:ext uri="{FF2B5EF4-FFF2-40B4-BE49-F238E27FC236}">
                <ns2:creationId id="{0F5304D2-B37A-B1AF-0FA9-86BAE9BC09B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94870" y="3399633"/>
            <a:ext cx="3353730" cy="23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7" name="Text Placeholder 39">
            <a:extLst>
              <a:ext uri="{FF2B5EF4-FFF2-40B4-BE49-F238E27FC236}">
                <ns2:creationId id="{015CE7D1-9D2E-0775-8760-CF250FB4202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94870" y="3104564"/>
            <a:ext cx="3353730" cy="23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5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28" name="p2-vector-2">
            <a:extLst>
              <a:ext uri="{FF2B5EF4-FFF2-40B4-BE49-F238E27FC236}">
                <ns2:creationId id="{6B161CB0-ACD4-3163-B462-8DA9B16B4277}"/>
              </a:ext>
            </a:extLst>
          </p:cNvPr>
          <p:cNvSpPr>
            <a:spLocks noGrp="1"/>
          </p:cNvSpPr>
          <p:nvPr userDrawn="1"/>
        </p:nvSpPr>
        <p:spPr>
          <a:xfrm>
            <a:off x="551120" y="4372527"/>
            <a:ext cx="7366122" cy="1894922"/>
          </a:xfrm>
          <a:prstGeom prst="roundRect">
            <a:avLst>
              <a:gd name="adj" fmla="val 5197"/>
            </a:avLst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文本占位符 6">
            <a:extLst>
              <a:ext uri="{FF2B5EF4-FFF2-40B4-BE49-F238E27FC236}">
                <ns2:creationId id="{893790B7-996E-39A9-6364-6F09105CF9E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92428" y="5034284"/>
            <a:ext cx="6985484" cy="43313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0" name="Text Placeholder 39">
            <a:extLst>
              <a:ext uri="{FF2B5EF4-FFF2-40B4-BE49-F238E27FC236}">
                <ns2:creationId id="{00FD6648-E17A-1C42-D1AE-77BDCCB68CA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92428" y="4761024"/>
            <a:ext cx="6985484" cy="1898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1" name="Text Placeholder 39">
            <a:extLst>
              <a:ext uri="{FF2B5EF4-FFF2-40B4-BE49-F238E27FC236}">
                <ns2:creationId id="{9392487A-5E50-3EEE-7161-FEEEF02253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92428" y="4571158"/>
            <a:ext cx="6985484" cy="1898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5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32" name="Shape 34">
            <a:extLst>
              <a:ext uri="{FF2B5EF4-FFF2-40B4-BE49-F238E27FC236}">
                <ns2:creationId id="{5B7B6726-2138-2E15-D764-7FFB58F60073}"/>
              </a:ext>
            </a:extLst>
          </p:cNvPr>
          <p:cNvSpPr/>
          <p:nvPr userDrawn="1"/>
        </p:nvSpPr>
        <p:spPr>
          <a:xfrm>
            <a:off x="692428" y="5558869"/>
            <a:ext cx="6958584" cy="0"/>
          </a:xfrm>
          <a:prstGeom prst="line">
            <a:avLst/>
          </a:prstGeom>
          <a:noFill/>
          <a:ln w="9525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zh-CN" altLang="en-US">
              <a:latin typeface="Clarity City" pitchFamily="2" charset="0"/>
            </a:endParaRPr>
          </a:p>
        </p:txBody>
      </p:sp>
      <p:sp>
        <p:nvSpPr>
          <p:cNvPr id="33" name="文本占位符 6">
            <a:extLst>
              <a:ext uri="{FF2B5EF4-FFF2-40B4-BE49-F238E27FC236}">
                <ns2:creationId id="{B791EFF9-BECF-C807-467E-754BBA7BCFB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2428" y="5872744"/>
            <a:ext cx="1631672" cy="25090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8791A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4" name="Text Placeholder 39">
            <a:extLst>
              <a:ext uri="{FF2B5EF4-FFF2-40B4-BE49-F238E27FC236}">
                <ns2:creationId id="{6E23AA3E-6733-70C6-BF0C-B34463A1F9A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2428" y="5651759"/>
            <a:ext cx="1631672" cy="2110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7" name="文本占位符 6">
            <a:extLst>
              <a:ext uri="{FF2B5EF4-FFF2-40B4-BE49-F238E27FC236}">
                <ns2:creationId id="{D5A3F3EA-9BA5-F938-1BDC-65AD9A860A2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490748" y="5882630"/>
            <a:ext cx="1631672" cy="25090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8791A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8" name="Text Placeholder 39">
            <a:extLst>
              <a:ext uri="{FF2B5EF4-FFF2-40B4-BE49-F238E27FC236}">
                <ns2:creationId id="{75BD30CD-01E8-C09E-E6C7-BC3C4864EF3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490748" y="5661645"/>
            <a:ext cx="1631672" cy="2110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9" name="文本占位符 6">
            <a:extLst>
              <a:ext uri="{FF2B5EF4-FFF2-40B4-BE49-F238E27FC236}">
                <ns2:creationId id="{D903D418-03D3-EF10-6960-89A2AB31496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268748" y="5895330"/>
            <a:ext cx="1631672" cy="25090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8791A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0" name="Text Placeholder 39">
            <a:extLst>
              <a:ext uri="{FF2B5EF4-FFF2-40B4-BE49-F238E27FC236}">
                <ns2:creationId id="{48BADE2B-F908-FE59-75E2-081B44161A9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68748" y="5674345"/>
            <a:ext cx="1631672" cy="198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1" name="文本占位符 6">
            <a:extLst>
              <a:ext uri="{FF2B5EF4-FFF2-40B4-BE49-F238E27FC236}">
                <ns2:creationId id="{9BD933D2-7E1F-86B1-FE43-202D302446E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46240" y="5895330"/>
            <a:ext cx="1631672" cy="25090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8791A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2" name="Text Placeholder 39">
            <a:extLst>
              <a:ext uri="{FF2B5EF4-FFF2-40B4-BE49-F238E27FC236}">
                <ns2:creationId id="{89395D58-C913-1161-E664-B9D282FA0A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046240" y="5674345"/>
            <a:ext cx="1631672" cy="198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3" name="文本占位符 6">
            <a:extLst>
              <a:ext uri="{FF2B5EF4-FFF2-40B4-BE49-F238E27FC236}">
                <ns2:creationId id="{2BE848A2-F7A9-A054-BC66-09F587BA23D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265584" y="2559018"/>
            <a:ext cx="3375296" cy="2908405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ADB8CF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4" name="Text Placeholder 39">
            <a:extLst>
              <a:ext uri="{FF2B5EF4-FFF2-40B4-BE49-F238E27FC236}">
                <ns2:creationId id="{157C806C-0FC2-82D7-2B83-B78EAC3BD5D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65584" y="1977963"/>
            <a:ext cx="3375296" cy="5080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Title</a:t>
            </a:r>
          </a:p>
        </p:txBody>
      </p:sp>
      <p:sp>
        <p:nvSpPr>
          <p:cNvPr id="45" name="Text Placeholder 39">
            <a:extLst>
              <a:ext uri="{FF2B5EF4-FFF2-40B4-BE49-F238E27FC236}">
                <ns2:creationId id="{123D5C1D-7A5C-6CC6-613C-2948FC8ED69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265584" y="1682895"/>
            <a:ext cx="3375296" cy="230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50">
                <a:solidFill>
                  <a:srgbClr val="0FAF9A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50" name="Shape 34">
            <a:extLst>
              <a:ext uri="{FF2B5EF4-FFF2-40B4-BE49-F238E27FC236}">
                <ns2:creationId id="{A4940433-AAE3-ECD0-4C62-18C7692447CE}"/>
              </a:ext>
            </a:extLst>
          </p:cNvPr>
          <p:cNvSpPr/>
          <p:nvPr userDrawn="1"/>
        </p:nvSpPr>
        <p:spPr>
          <a:xfrm>
            <a:off x="8265584" y="5596969"/>
            <a:ext cx="3375296" cy="0"/>
          </a:xfrm>
          <a:prstGeom prst="line">
            <a:avLst/>
          </a:prstGeom>
          <a:noFill/>
          <a:ln w="9525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zh-CN" altLang="en-US">
              <a:latin typeface="Clarity City" pitchFamily="2" charset="0"/>
            </a:endParaRPr>
          </a:p>
        </p:txBody>
      </p:sp>
      <p:sp>
        <p:nvSpPr>
          <p:cNvPr id="51" name="文本占位符 6">
            <a:extLst>
              <a:ext uri="{FF2B5EF4-FFF2-40B4-BE49-F238E27FC236}">
                <ns2:creationId id="{6E0EA8F6-5867-37E7-07B8-FBFA238773E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66304" y="5726516"/>
            <a:ext cx="3368565" cy="37847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700" kern="1200" dirty="0" smtClean="0">
                <a:solidFill>
                  <a:srgbClr val="8791A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5:creationId val="3191769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Side Cards + Du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ns2:creationId id="{EEC7401D-EABF-151A-7073-49794DFAEE4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162663" y="1647825"/>
            <a:ext cx="4612848" cy="3960813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7" name="Picture Placeholder 22">
            <a:extLst>
              <a:ext uri="{FF2B5EF4-FFF2-40B4-BE49-F238E27FC236}">
                <ns2:creationId id="{FAD5D5C5-CD7F-D64A-8F92-EB7D31598C4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850522" y="1632246"/>
            <a:ext cx="2844990" cy="3960813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" name="标题占位符 8">
            <a:extLst>
              <a:ext uri="{FF2B5EF4-FFF2-40B4-BE49-F238E27FC236}">
                <ns2:creationId id="{444A6CE4-494C-59E6-0B7E-AF07E99E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E94BB3F6-E26D-B252-05A4-6E438D3A75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Rounded Rectangle 26">
            <a:extLst>
              <a:ext uri="{FF2B5EF4-FFF2-40B4-BE49-F238E27FC236}">
                <ns2:creationId id="{2823B0A0-C59C-0CAB-ED71-89875BC52B51}"/>
              </a:ext>
            </a:extLst>
          </p:cNvPr>
          <p:cNvSpPr/>
          <p:nvPr userDrawn="1"/>
        </p:nvSpPr>
        <p:spPr>
          <a:xfrm>
            <a:off x="571501" y="1647435"/>
            <a:ext cx="3200400" cy="1391039"/>
          </a:xfrm>
          <a:prstGeom prst="roundRect">
            <a:avLst>
              <a:gd name="adj" fmla="val 8621"/>
            </a:avLst>
          </a:prstGeom>
          <a:solidFill>
            <a:srgbClr val="E9F2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文本占位符 6">
            <a:extLst>
              <a:ext uri="{FF2B5EF4-FFF2-40B4-BE49-F238E27FC236}">
                <ns2:creationId id="{5D7C2DF4-C2E7-F9BA-C68D-0FA7941110C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79514" y="2160686"/>
            <a:ext cx="2868561" cy="77358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9" name="Text Placeholder 39">
            <a:extLst>
              <a:ext uri="{FF2B5EF4-FFF2-40B4-BE49-F238E27FC236}">
                <ns2:creationId id="{66F3C57F-0685-4674-C2CA-E1110D5380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9514" y="1794089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6" name="Rounded Rectangle 26">
            <a:extLst>
              <a:ext uri="{FF2B5EF4-FFF2-40B4-BE49-F238E27FC236}">
                <ns2:creationId id="{1A7A1CC6-20CB-9113-C229-858E4F34CFB2}"/>
              </a:ext>
            </a:extLst>
          </p:cNvPr>
          <p:cNvSpPr/>
          <p:nvPr userDrawn="1"/>
        </p:nvSpPr>
        <p:spPr>
          <a:xfrm>
            <a:off x="571501" y="3185128"/>
            <a:ext cx="3200400" cy="1391039"/>
          </a:xfrm>
          <a:prstGeom prst="roundRect">
            <a:avLst>
              <a:gd name="adj" fmla="val 8621"/>
            </a:avLst>
          </a:prstGeom>
          <a:solidFill>
            <a:srgbClr val="E9F2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7" name="文本占位符 6">
            <a:extLst>
              <a:ext uri="{FF2B5EF4-FFF2-40B4-BE49-F238E27FC236}">
                <ns2:creationId id="{7CAE6AFF-486C-07EB-F300-D0A53489F3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9514" y="3698379"/>
            <a:ext cx="2868561" cy="77358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8" name="Text Placeholder 39">
            <a:extLst>
              <a:ext uri="{FF2B5EF4-FFF2-40B4-BE49-F238E27FC236}">
                <ns2:creationId id="{50C8775C-EC60-5560-A54F-331E4BD74FD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9514" y="3331782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9" name="Rounded Rectangle 26">
            <a:extLst>
              <a:ext uri="{FF2B5EF4-FFF2-40B4-BE49-F238E27FC236}">
                <ns2:creationId id="{47CA2761-8CA7-DABD-AA76-D8F79732A141}"/>
              </a:ext>
            </a:extLst>
          </p:cNvPr>
          <p:cNvSpPr/>
          <p:nvPr userDrawn="1"/>
        </p:nvSpPr>
        <p:spPr>
          <a:xfrm>
            <a:off x="571501" y="4722821"/>
            <a:ext cx="3200400" cy="1391039"/>
          </a:xfrm>
          <a:prstGeom prst="roundRect">
            <a:avLst>
              <a:gd name="adj" fmla="val 8621"/>
            </a:avLst>
          </a:prstGeom>
          <a:solidFill>
            <a:srgbClr val="E9F2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文本占位符 6">
            <a:extLst>
              <a:ext uri="{FF2B5EF4-FFF2-40B4-BE49-F238E27FC236}">
                <ns2:creationId id="{289AB0C9-9C4E-C5B8-C158-008EC36C7FE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9514" y="5236072"/>
            <a:ext cx="2868561" cy="773584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1" name="Text Placeholder 39">
            <a:extLst>
              <a:ext uri="{FF2B5EF4-FFF2-40B4-BE49-F238E27FC236}">
                <ns2:creationId id="{3D10ABE9-B4A3-347F-BDD6-14A4083260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514" y="4869475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5" name="Shape 43">
            <a:extLst>
              <a:ext uri="{FF2B5EF4-FFF2-40B4-BE49-F238E27FC236}">
                <ns2:creationId id="{E2743880-E13C-7752-CF32-1218E1FAC301}"/>
              </a:ext>
            </a:extLst>
          </p:cNvPr>
          <p:cNvSpPr/>
          <p:nvPr userDrawn="1"/>
        </p:nvSpPr>
        <p:spPr>
          <a:xfrm>
            <a:off x="4162662" y="5236073"/>
            <a:ext cx="7532850" cy="877788"/>
          </a:xfrm>
          <a:prstGeom prst="roundRect">
            <a:avLst>
              <a:gd name="adj" fmla="val 12094"/>
            </a:avLst>
          </a:prstGeom>
          <a:solidFill>
            <a:srgbClr val="1E2856"/>
          </a:solidFill>
          <a:ln w="12700">
            <a:solidFill>
              <a:srgbClr val="111A33"/>
            </a:solidFill>
            <a:prstDash val="solid"/>
          </a:ln>
        </p:spPr>
        <p:txBody>
          <a:bodyPr/>
          <a:lstStyle/>
          <a:p>
            <a:endParaRPr lang="zh-CN" altLang="en-US">
              <a:latin typeface="Clarity City" pitchFamily="2" charset="0"/>
            </a:endParaRPr>
          </a:p>
        </p:txBody>
      </p:sp>
      <p:sp>
        <p:nvSpPr>
          <p:cNvPr id="26" name="Text Placeholder 39">
            <a:extLst>
              <a:ext uri="{FF2B5EF4-FFF2-40B4-BE49-F238E27FC236}">
                <ns2:creationId id="{8ECFEE7D-DF20-A5F4-F049-86E7ABA063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12692" y="5377218"/>
            <a:ext cx="4258101" cy="632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9" name="Text Placeholder 39">
            <a:extLst>
              <a:ext uri="{FF2B5EF4-FFF2-40B4-BE49-F238E27FC236}">
                <ns2:creationId id="{656579AE-D552-1CC1-6D8F-539FB9E7C49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61555" y="5373988"/>
            <a:ext cx="2658944" cy="632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ns2:creationId id="{30A5924E-F8CB-7243-B900-48AC4FF68C72}"/>
              </a:ext>
            </a:extLst>
          </p:cNvPr>
          <p:cNvCxnSpPr>
            <a:cxnSpLocks/>
          </p:cNvCxnSpPr>
          <p:nvPr userDrawn="1"/>
        </p:nvCxnSpPr>
        <p:spPr>
          <a:xfrm>
            <a:off x="8801360" y="5373988"/>
            <a:ext cx="0" cy="632438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ns3:creationId val="4221974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ouped Feature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3A14B5F1-942D-6158-960D-A88F323F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21E47041-7084-3261-96E6-1F91E8174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p2-vector-3">
            <a:extLst>
              <a:ext uri="{FF2B5EF4-FFF2-40B4-BE49-F238E27FC236}">
                <ns2:creationId id="{D7A6FCE8-A5E3-503F-9B13-BA34C86EFFEF}"/>
              </a:ext>
            </a:extLst>
          </p:cNvPr>
          <p:cNvSpPr>
            <a:spLocks noGrp="1"/>
          </p:cNvSpPr>
          <p:nvPr userDrawn="1"/>
        </p:nvSpPr>
        <p:spPr>
          <a:xfrm>
            <a:off x="751130" y="3990048"/>
            <a:ext cx="10888679" cy="2118099"/>
          </a:xfrm>
          <a:prstGeom prst="roundRect">
            <a:avLst>
              <a:gd name="adj" fmla="val 6721"/>
            </a:avLst>
          </a:prstGeom>
          <a:solidFill>
            <a:srgbClr val="F8F8FD"/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p2-vector-3">
            <a:extLst>
              <a:ext uri="{FF2B5EF4-FFF2-40B4-BE49-F238E27FC236}">
                <ns2:creationId id="{A5EA7B6F-6F1E-116B-45FD-8215CCA53C0A}"/>
              </a:ext>
            </a:extLst>
          </p:cNvPr>
          <p:cNvSpPr>
            <a:spLocks noGrp="1"/>
          </p:cNvSpPr>
          <p:nvPr userDrawn="1"/>
        </p:nvSpPr>
        <p:spPr>
          <a:xfrm>
            <a:off x="739624" y="1748556"/>
            <a:ext cx="10888679" cy="1828747"/>
          </a:xfrm>
          <a:prstGeom prst="roundRect">
            <a:avLst>
              <a:gd name="adj" fmla="val 6721"/>
            </a:avLst>
          </a:prstGeom>
          <a:solidFill>
            <a:schemeClr val="bg1"/>
          </a:solidFill>
          <a:ln w="19050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文本占位符 49">
            <a:extLst>
              <a:ext uri="{FF2B5EF4-FFF2-40B4-BE49-F238E27FC236}">
                <ns2:creationId id="{0F2728C9-B4C6-333E-7398-1475769E3C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8536" y="1621449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4162EB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8536" y="3877551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1E2856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4" name="p8-vector-4">
            <a:extLst>
              <a:ext uri="{FF2B5EF4-FFF2-40B4-BE49-F238E27FC236}">
                <ns2:creationId id="{79DA5547-76F3-A8C9-A940-FDBC0E9F7BB4}"/>
              </a:ext>
            </a:extLst>
          </p:cNvPr>
          <p:cNvSpPr>
            <a:spLocks noGrp="1"/>
          </p:cNvSpPr>
          <p:nvPr userDrawn="1"/>
        </p:nvSpPr>
        <p:spPr>
          <a:xfrm>
            <a:off x="8133231" y="2084543"/>
            <a:ext cx="3291219" cy="1304186"/>
          </a:xfrm>
          <a:prstGeom prst="roundRect">
            <a:avLst>
              <a:gd name="adj" fmla="val 6715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15" name="p8-vector-4">
            <a:extLst>
              <a:ext uri="{FF2B5EF4-FFF2-40B4-BE49-F238E27FC236}">
                <ns2:creationId id="{F0C0E094-B6DE-CEA7-56F9-4EC498DFDA84}"/>
              </a:ext>
            </a:extLst>
          </p:cNvPr>
          <p:cNvSpPr>
            <a:spLocks noGrp="1"/>
          </p:cNvSpPr>
          <p:nvPr userDrawn="1"/>
        </p:nvSpPr>
        <p:spPr>
          <a:xfrm>
            <a:off x="4586407" y="2062627"/>
            <a:ext cx="3291219" cy="1304186"/>
          </a:xfrm>
          <a:prstGeom prst="roundRect">
            <a:avLst>
              <a:gd name="adj" fmla="val 6715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16" name="p8-vector-4">
            <a:extLst>
              <a:ext uri="{FF2B5EF4-FFF2-40B4-BE49-F238E27FC236}">
                <ns2:creationId id="{3539DEA7-0837-88C5-64A5-10AB8CCA462F}"/>
              </a:ext>
            </a:extLst>
          </p:cNvPr>
          <p:cNvSpPr>
            <a:spLocks noGrp="1"/>
          </p:cNvSpPr>
          <p:nvPr userDrawn="1"/>
        </p:nvSpPr>
        <p:spPr>
          <a:xfrm>
            <a:off x="1062784" y="2084543"/>
            <a:ext cx="3291219" cy="1304186"/>
          </a:xfrm>
          <a:prstGeom prst="roundRect">
            <a:avLst>
              <a:gd name="adj" fmla="val 6715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17" name="p8-vector-4">
            <a:extLst>
              <a:ext uri="{FF2B5EF4-FFF2-40B4-BE49-F238E27FC236}">
                <ns2:creationId id="{05C50CFD-0493-9C90-ECF6-B9AD45627FF2}"/>
              </a:ext>
            </a:extLst>
          </p:cNvPr>
          <p:cNvSpPr>
            <a:spLocks noGrp="1"/>
          </p:cNvSpPr>
          <p:nvPr userDrawn="1"/>
        </p:nvSpPr>
        <p:spPr>
          <a:xfrm>
            <a:off x="8124292" y="4247775"/>
            <a:ext cx="3291219" cy="1712885"/>
          </a:xfrm>
          <a:prstGeom prst="roundRect">
            <a:avLst>
              <a:gd name="adj" fmla="val 3716"/>
            </a:avLst>
          </a:prstGeom>
          <a:solidFill>
            <a:schemeClr val="bg1"/>
          </a:solidFill>
          <a:ln w="19050">
            <a:solidFill>
              <a:srgbClr val="ADB8CF"/>
            </a:solidFill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18" name="p8-vector-4">
            <a:extLst>
              <a:ext uri="{FF2B5EF4-FFF2-40B4-BE49-F238E27FC236}">
                <ns2:creationId id="{AC1F1DD1-470C-58BE-FE44-22ADF04BB8EF}"/>
              </a:ext>
            </a:extLst>
          </p:cNvPr>
          <p:cNvSpPr>
            <a:spLocks noGrp="1"/>
          </p:cNvSpPr>
          <p:nvPr userDrawn="1"/>
        </p:nvSpPr>
        <p:spPr>
          <a:xfrm>
            <a:off x="4586408" y="4244684"/>
            <a:ext cx="3291219" cy="1712885"/>
          </a:xfrm>
          <a:prstGeom prst="roundRect">
            <a:avLst>
              <a:gd name="adj" fmla="val 3716"/>
            </a:avLst>
          </a:prstGeom>
          <a:solidFill>
            <a:schemeClr val="bg1"/>
          </a:solidFill>
          <a:ln w="19050">
            <a:solidFill>
              <a:srgbClr val="ADB8CF"/>
            </a:solidFill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19" name="p8-vector-4">
            <a:extLst>
              <a:ext uri="{FF2B5EF4-FFF2-40B4-BE49-F238E27FC236}">
                <ns2:creationId id="{971E624C-561D-C964-F5FE-EDC78A42B893}"/>
              </a:ext>
            </a:extLst>
          </p:cNvPr>
          <p:cNvSpPr>
            <a:spLocks noGrp="1"/>
          </p:cNvSpPr>
          <p:nvPr userDrawn="1"/>
        </p:nvSpPr>
        <p:spPr>
          <a:xfrm>
            <a:off x="1048524" y="4244684"/>
            <a:ext cx="3291219" cy="1712885"/>
          </a:xfrm>
          <a:prstGeom prst="roundRect">
            <a:avLst>
              <a:gd name="adj" fmla="val 3716"/>
            </a:avLst>
          </a:prstGeom>
          <a:solidFill>
            <a:schemeClr val="bg1"/>
          </a:solidFill>
          <a:ln w="19050">
            <a:solidFill>
              <a:srgbClr val="ADB8CF"/>
            </a:solidFill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20" name="文本占位符 6">
            <a:extLst>
              <a:ext uri="{FF2B5EF4-FFF2-40B4-BE49-F238E27FC236}">
                <ns2:creationId id="{BCC45171-D8AC-0DBE-00E2-35C9AA7636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2513" y="2687904"/>
            <a:ext cx="2868561" cy="58107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1" name="Text Placeholder 39">
            <a:extLst>
              <a:ext uri="{FF2B5EF4-FFF2-40B4-BE49-F238E27FC236}">
                <ns2:creationId id="{FC63263A-539F-E4AC-D5F1-C73BA9B9E12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2513" y="2198153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ns2:creationId id="{5005DD6D-A13D-B47B-B9A1-E6206F912244}"/>
              </a:ext>
            </a:extLst>
          </p:cNvPr>
          <p:cNvCxnSpPr/>
          <p:nvPr userDrawn="1"/>
        </p:nvCxnSpPr>
        <p:spPr>
          <a:xfrm>
            <a:off x="2539409" y="2592800"/>
            <a:ext cx="284993" cy="0"/>
          </a:xfrm>
          <a:prstGeom prst="line">
            <a:avLst/>
          </a:prstGeom>
          <a:ln w="19050">
            <a:solidFill>
              <a:srgbClr val="4162EB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3" name="文本占位符 6">
            <a:extLst>
              <a:ext uri="{FF2B5EF4-FFF2-40B4-BE49-F238E27FC236}">
                <ns2:creationId id="{2DC2E7DC-C3DC-340B-596C-4E64091FE16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95061" y="2687904"/>
            <a:ext cx="2868561" cy="58107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4" name="Text Placeholder 39">
            <a:extLst>
              <a:ext uri="{FF2B5EF4-FFF2-40B4-BE49-F238E27FC236}">
                <ns2:creationId id="{BCF587E5-4055-770F-F5C6-46E178A2DC8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95061" y="2198153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ns2:creationId id="{D2FCF721-B47B-3937-11E3-E6FA9CF493B4}"/>
              </a:ext>
            </a:extLst>
          </p:cNvPr>
          <p:cNvCxnSpPr/>
          <p:nvPr userDrawn="1"/>
        </p:nvCxnSpPr>
        <p:spPr>
          <a:xfrm>
            <a:off x="6071957" y="2592800"/>
            <a:ext cx="284993" cy="0"/>
          </a:xfrm>
          <a:prstGeom prst="line">
            <a:avLst/>
          </a:prstGeom>
          <a:ln w="19050">
            <a:solidFill>
              <a:srgbClr val="4162EB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" name="文本占位符 6">
            <a:extLst>
              <a:ext uri="{FF2B5EF4-FFF2-40B4-BE49-F238E27FC236}">
                <ns2:creationId id="{7A1D7B16-01D6-2607-285D-CFE9AAFE2F7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44084" y="2687904"/>
            <a:ext cx="2868561" cy="58107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7" name="Text Placeholder 39">
            <a:extLst>
              <a:ext uri="{FF2B5EF4-FFF2-40B4-BE49-F238E27FC236}">
                <ns2:creationId id="{22D309C5-A453-ABDB-C25E-54A620ED27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44084" y="2198153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ns2:creationId id="{92733951-303C-60E6-E73D-1583D2A06FCA}"/>
              </a:ext>
            </a:extLst>
          </p:cNvPr>
          <p:cNvCxnSpPr/>
          <p:nvPr userDrawn="1"/>
        </p:nvCxnSpPr>
        <p:spPr>
          <a:xfrm>
            <a:off x="9620980" y="2592800"/>
            <a:ext cx="284993" cy="0"/>
          </a:xfrm>
          <a:prstGeom prst="line">
            <a:avLst/>
          </a:prstGeom>
          <a:ln w="19050">
            <a:solidFill>
              <a:srgbClr val="4162EB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文本占位符 6">
            <a:extLst>
              <a:ext uri="{FF2B5EF4-FFF2-40B4-BE49-F238E27FC236}">
                <ns2:creationId id="{C82B3D97-8EED-E353-74E4-39D2B910A2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62513" y="4903668"/>
            <a:ext cx="2868561" cy="824031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3" name="Text Placeholder 39">
            <a:extLst>
              <a:ext uri="{FF2B5EF4-FFF2-40B4-BE49-F238E27FC236}">
                <ns2:creationId id="{C5B8A817-3F7F-ED2B-5048-B1924039282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62513" y="4413918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ns2:creationId id="{D6CD5331-5563-5E4D-56DB-D065C16875CF}"/>
              </a:ext>
            </a:extLst>
          </p:cNvPr>
          <p:cNvCxnSpPr/>
          <p:nvPr userDrawn="1"/>
        </p:nvCxnSpPr>
        <p:spPr>
          <a:xfrm>
            <a:off x="2539409" y="4808565"/>
            <a:ext cx="284993" cy="0"/>
          </a:xfrm>
          <a:prstGeom prst="line">
            <a:avLst/>
          </a:prstGeom>
          <a:ln w="19050">
            <a:solidFill>
              <a:srgbClr val="1E285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5" name="文本占位符 6">
            <a:extLst>
              <a:ext uri="{FF2B5EF4-FFF2-40B4-BE49-F238E27FC236}">
                <ns2:creationId id="{1C39F218-6432-3278-0B5E-428679C48E3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95061" y="4903668"/>
            <a:ext cx="2868561" cy="824031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6" name="Text Placeholder 39">
            <a:extLst>
              <a:ext uri="{FF2B5EF4-FFF2-40B4-BE49-F238E27FC236}">
                <ns2:creationId id="{FDD74E0B-F581-8F69-F288-9A452772987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95061" y="4413918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ns2:creationId id="{36975F93-0CD7-C72E-3031-9514DF1221FC}"/>
              </a:ext>
            </a:extLst>
          </p:cNvPr>
          <p:cNvCxnSpPr/>
          <p:nvPr userDrawn="1"/>
        </p:nvCxnSpPr>
        <p:spPr>
          <a:xfrm>
            <a:off x="6071957" y="4808565"/>
            <a:ext cx="284993" cy="0"/>
          </a:xfrm>
          <a:prstGeom prst="line">
            <a:avLst/>
          </a:prstGeom>
          <a:ln w="19050">
            <a:solidFill>
              <a:srgbClr val="1E285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文本占位符 6">
            <a:extLst>
              <a:ext uri="{FF2B5EF4-FFF2-40B4-BE49-F238E27FC236}">
                <ns2:creationId id="{4A2FF539-05F1-025F-C911-7307DE4859A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24437" y="4903668"/>
            <a:ext cx="2868561" cy="824031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9" name="Text Placeholder 39">
            <a:extLst>
              <a:ext uri="{FF2B5EF4-FFF2-40B4-BE49-F238E27FC236}">
                <ns2:creationId id="{0810A1DA-886C-EEB9-6210-D5AF0B35775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24437" y="4413918"/>
            <a:ext cx="286856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ns2:creationId id="{2178EF0C-0254-7F88-26F3-B59C0CB1DD1D}"/>
              </a:ext>
            </a:extLst>
          </p:cNvPr>
          <p:cNvCxnSpPr/>
          <p:nvPr userDrawn="1"/>
        </p:nvCxnSpPr>
        <p:spPr>
          <a:xfrm>
            <a:off x="9601333" y="4808565"/>
            <a:ext cx="284993" cy="0"/>
          </a:xfrm>
          <a:prstGeom prst="line">
            <a:avLst/>
          </a:prstGeom>
          <a:ln w="19050">
            <a:solidFill>
              <a:srgbClr val="1E285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ns3:creationId val="271227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2 Large Feature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0E38C3D7-B8F7-7154-DBEA-E64D52CC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80A91E91-7EA7-4096-2592-107A017E88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p2-vector-4">
            <a:extLst>
              <a:ext uri="{FF2B5EF4-FFF2-40B4-BE49-F238E27FC236}">
                <ns2:creationId id="{85BCD380-5BA5-BA89-535E-CBBB9FFB944A}"/>
              </a:ext>
            </a:extLst>
          </p:cNvPr>
          <p:cNvSpPr>
            <a:spLocks noGrp="1"/>
          </p:cNvSpPr>
          <p:nvPr userDrawn="1"/>
        </p:nvSpPr>
        <p:spPr>
          <a:xfrm>
            <a:off x="1147495" y="1973319"/>
            <a:ext cx="4838917" cy="4051169"/>
          </a:xfrm>
          <a:custGeom>
            <a:avLst/>
            <a:gdLst/>
            <a:ahLst/>
            <a:cxnLst/>
            <a:rect l="0" t="0" r="0" b="0"/>
            <a:pathLst>
              <a:path w="3803904" h="4206240">
                <a:moveTo>
                  <a:pt x="0" y="104902"/>
                </a:moveTo>
                <a:lnTo>
                  <a:pt x="8247" y="64079"/>
                </a:lnTo>
                <a:lnTo>
                  <a:pt x="30734" y="30734"/>
                </a:lnTo>
                <a:lnTo>
                  <a:pt x="64079" y="8247"/>
                </a:lnTo>
                <a:lnTo>
                  <a:pt x="104902" y="0"/>
                </a:lnTo>
                <a:lnTo>
                  <a:pt x="3699002" y="0"/>
                </a:lnTo>
                <a:lnTo>
                  <a:pt x="3739825" y="8247"/>
                </a:lnTo>
                <a:lnTo>
                  <a:pt x="3773170" y="30734"/>
                </a:lnTo>
                <a:lnTo>
                  <a:pt x="3795657" y="64079"/>
                </a:lnTo>
                <a:lnTo>
                  <a:pt x="3803904" y="104902"/>
                </a:lnTo>
                <a:lnTo>
                  <a:pt x="3803904" y="4101287"/>
                </a:lnTo>
                <a:lnTo>
                  <a:pt x="3795657" y="4142139"/>
                </a:lnTo>
                <a:lnTo>
                  <a:pt x="3773170" y="4175500"/>
                </a:lnTo>
                <a:lnTo>
                  <a:pt x="3739825" y="4197992"/>
                </a:lnTo>
                <a:lnTo>
                  <a:pt x="3699002" y="4206240"/>
                </a:lnTo>
                <a:lnTo>
                  <a:pt x="104902" y="4206240"/>
                </a:lnTo>
                <a:lnTo>
                  <a:pt x="64079" y="4197992"/>
                </a:lnTo>
                <a:lnTo>
                  <a:pt x="30734" y="4175500"/>
                </a:lnTo>
                <a:lnTo>
                  <a:pt x="8247" y="4142139"/>
                </a:lnTo>
                <a:lnTo>
                  <a:pt x="0" y="4101287"/>
                </a:lnTo>
                <a:lnTo>
                  <a:pt x="0" y="104902"/>
                </a:lnTo>
                <a:close/>
              </a:path>
            </a:pathLst>
          </a:custGeom>
          <a:solidFill>
            <a:srgbClr val="EAF0FE"/>
          </a:solidFill>
          <a:ln w="19050">
            <a:solidFill>
              <a:srgbClr val="385BEA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ounded Rectangle 26">
            <a:extLst>
              <a:ext uri="{FF2B5EF4-FFF2-40B4-BE49-F238E27FC236}">
                <ns2:creationId id="{F81E8D3B-667A-247E-C8BF-06866EAD03CC}"/>
              </a:ext>
            </a:extLst>
          </p:cNvPr>
          <p:cNvSpPr/>
          <p:nvPr userDrawn="1"/>
        </p:nvSpPr>
        <p:spPr>
          <a:xfrm>
            <a:off x="6356902" y="1973319"/>
            <a:ext cx="4783224" cy="4051169"/>
          </a:xfrm>
          <a:prstGeom prst="roundRect">
            <a:avLst>
              <a:gd name="adj" fmla="val 3569"/>
            </a:avLst>
          </a:prstGeom>
          <a:solidFill>
            <a:srgbClr val="1E285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7" name="Oval 6">
            <a:extLst>
              <a:ext uri="{FF2B5EF4-FFF2-40B4-BE49-F238E27FC236}">
                <ns2:creationId id="{382245AF-0DC0-BF20-2B91-AE7D69A3D9F7}"/>
              </a:ext>
            </a:extLst>
          </p:cNvPr>
          <p:cNvSpPr/>
          <p:nvPr userDrawn="1"/>
        </p:nvSpPr>
        <p:spPr>
          <a:xfrm rot="10800000">
            <a:off x="8341233" y="1601053"/>
            <a:ext cx="814563" cy="814563"/>
          </a:xfrm>
          <a:prstGeom prst="ellipse">
            <a:avLst/>
          </a:prstGeom>
          <a:solidFill>
            <a:srgbClr val="1E2856"/>
          </a:soli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ns2:creationId id="{E45ACEC7-2CE0-D20D-EBA6-2A53BBE71453}"/>
              </a:ext>
            </a:extLst>
          </p:cNvPr>
          <p:cNvSpPr/>
          <p:nvPr userDrawn="1"/>
        </p:nvSpPr>
        <p:spPr>
          <a:xfrm rot="10800000">
            <a:off x="3159670" y="1636782"/>
            <a:ext cx="814563" cy="814563"/>
          </a:xfrm>
          <a:prstGeom prst="ellipse">
            <a:avLst/>
          </a:prstGeom>
          <a:solidFill>
            <a:srgbClr val="3759E9"/>
          </a:soli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9" name="文本占位符 6">
            <a:extLst>
              <a:ext uri="{FF2B5EF4-FFF2-40B4-BE49-F238E27FC236}">
                <ns2:creationId id="{B78A25DB-7ECA-9CB2-DB73-FE27D072DC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24001" y="3950675"/>
            <a:ext cx="4194628" cy="173892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" name="Text Placeholder 39">
            <a:extLst>
              <a:ext uri="{FF2B5EF4-FFF2-40B4-BE49-F238E27FC236}">
                <ns2:creationId id="{7AD39B4C-15B9-7AD9-8D1A-DF7157F606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4001" y="2647446"/>
            <a:ext cx="4194628" cy="430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1" name="Text Placeholder 39">
            <a:extLst>
              <a:ext uri="{FF2B5EF4-FFF2-40B4-BE49-F238E27FC236}">
                <ns2:creationId id="{EB200577-0E8E-E051-AC25-179F420F87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4001" y="3183530"/>
            <a:ext cx="4194628" cy="4306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15" name="文本占位符 6">
            <a:extLst>
              <a:ext uri="{FF2B5EF4-FFF2-40B4-BE49-F238E27FC236}">
                <ns2:creationId id="{AF444ABD-81B6-83C1-0BF4-B1BC364295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51200" y="3940355"/>
            <a:ext cx="4194628" cy="173892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5C5CC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2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" name="Text Placeholder 39">
            <a:extLst>
              <a:ext uri="{FF2B5EF4-FFF2-40B4-BE49-F238E27FC236}">
                <ns2:creationId id="{F73AFDFB-5153-3245-549E-1016349B717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651200" y="2637126"/>
            <a:ext cx="4194628" cy="430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7" name="Text Placeholder 39">
            <a:extLst>
              <a:ext uri="{FF2B5EF4-FFF2-40B4-BE49-F238E27FC236}">
                <ns2:creationId id="{1CE34D2E-A378-A2E3-817D-B92810CE5E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651200" y="3173210"/>
            <a:ext cx="4194628" cy="4306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2" name="Picture Placeholder 19">
            <a:extLst>
              <a:ext uri="{FF2B5EF4-FFF2-40B4-BE49-F238E27FC236}">
                <ns2:creationId id="{01C71D00-C95D-29A3-B5DA-3FABFE1285B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29335" y="1806447"/>
            <a:ext cx="475232" cy="4752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" name="Picture Placeholder 19">
            <a:extLst>
              <a:ext uri="{FF2B5EF4-FFF2-40B4-BE49-F238E27FC236}">
                <ns2:creationId id="{8623E7FC-34FA-7F56-D93A-78FC6B7995E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510898" y="1770718"/>
            <a:ext cx="475232" cy="4752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228829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Four Image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1116E339-7635-41ED-B7EC-B0CFB528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8A44D814-6E3E-83EE-630E-A6A06F387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9" name="Rounded Rectangle 26">
            <a:extLst>
              <a:ext uri="{FF2B5EF4-FFF2-40B4-BE49-F238E27FC236}">
                <ns2:creationId id="{090A8AB2-E35C-1748-CCB6-3A31B03AF339}"/>
              </a:ext>
            </a:extLst>
          </p:cNvPr>
          <p:cNvSpPr/>
          <p:nvPr userDrawn="1"/>
        </p:nvSpPr>
        <p:spPr>
          <a:xfrm>
            <a:off x="424180" y="1781820"/>
            <a:ext cx="2750439" cy="2523836"/>
          </a:xfrm>
          <a:prstGeom prst="roundRect">
            <a:avLst>
              <a:gd name="adj" fmla="val 0"/>
            </a:avLst>
          </a:prstGeom>
          <a:solidFill>
            <a:srgbClr val="F0FA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0" name="Rounded Rectangle 26">
            <a:extLst>
              <a:ext uri="{FF2B5EF4-FFF2-40B4-BE49-F238E27FC236}">
                <ns2:creationId id="{13CE0484-9263-90D6-8A2F-40BCF5EDE568}"/>
              </a:ext>
            </a:extLst>
          </p:cNvPr>
          <p:cNvSpPr/>
          <p:nvPr userDrawn="1"/>
        </p:nvSpPr>
        <p:spPr>
          <a:xfrm>
            <a:off x="6229985" y="1781820"/>
            <a:ext cx="2752344" cy="2523744"/>
          </a:xfrm>
          <a:prstGeom prst="roundRect">
            <a:avLst>
              <a:gd name="adj" fmla="val 0"/>
            </a:avLst>
          </a:prstGeom>
          <a:solidFill>
            <a:srgbClr val="F0FA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p12-vector-2">
            <a:extLst>
              <a:ext uri="{FF2B5EF4-FFF2-40B4-BE49-F238E27FC236}">
                <ns2:creationId id="{3EF46F77-1437-A7E4-7E42-4EABC1F9A37E}"/>
              </a:ext>
            </a:extLst>
          </p:cNvPr>
          <p:cNvSpPr>
            <a:spLocks noGrp="1"/>
          </p:cNvSpPr>
          <p:nvPr userDrawn="1"/>
        </p:nvSpPr>
        <p:spPr>
          <a:xfrm>
            <a:off x="9133840" y="1781820"/>
            <a:ext cx="2752344" cy="2523744"/>
          </a:xfrm>
          <a:prstGeom prst="rect">
            <a:avLst/>
          </a:prstGeom>
          <a:noFill/>
          <a:ln w="12700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12-vector-3">
            <a:extLst>
              <a:ext uri="{FF2B5EF4-FFF2-40B4-BE49-F238E27FC236}">
                <ns2:creationId id="{73887DDB-9FC9-1448-4E3B-4AB330EFB6E9}"/>
              </a:ext>
            </a:extLst>
          </p:cNvPr>
          <p:cNvSpPr>
            <a:spLocks noGrp="1"/>
          </p:cNvSpPr>
          <p:nvPr userDrawn="1"/>
        </p:nvSpPr>
        <p:spPr>
          <a:xfrm>
            <a:off x="3326130" y="1781820"/>
            <a:ext cx="2752344" cy="2523744"/>
          </a:xfrm>
          <a:prstGeom prst="rect">
            <a:avLst/>
          </a:prstGeom>
          <a:noFill/>
          <a:ln w="12700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ns2:creationId id="{9A09331E-37B1-F8FC-69EC-042CF7442C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2275" y="4305300"/>
            <a:ext cx="2752344" cy="1789113"/>
          </a:xfrm>
          <a:prstGeom prst="rect">
            <a:avLst/>
          </a:prstGeom>
          <a:ln>
            <a:solidFill>
              <a:srgbClr val="E1E3EA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5" name="Picture Placeholder 13">
            <a:extLst>
              <a:ext uri="{FF2B5EF4-FFF2-40B4-BE49-F238E27FC236}">
                <ns2:creationId id="{EADFC40B-BB3F-6116-9EC5-7391D61F5A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26130" y="4305300"/>
            <a:ext cx="2752344" cy="1789113"/>
          </a:xfrm>
          <a:prstGeom prst="rect">
            <a:avLst/>
          </a:prstGeom>
          <a:ln>
            <a:solidFill>
              <a:srgbClr val="4162EB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6" name="Picture Placeholder 13">
            <a:extLst>
              <a:ext uri="{FF2B5EF4-FFF2-40B4-BE49-F238E27FC236}">
                <ns2:creationId id="{CD65B681-663D-5E1F-412F-4D42E4DFF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29985" y="4305300"/>
            <a:ext cx="2752344" cy="1789113"/>
          </a:xfrm>
          <a:prstGeom prst="rect">
            <a:avLst/>
          </a:prstGeom>
          <a:ln>
            <a:solidFill>
              <a:srgbClr val="E1E3EA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7" name="Picture Placeholder 13">
            <a:extLst>
              <a:ext uri="{FF2B5EF4-FFF2-40B4-BE49-F238E27FC236}">
                <ns2:creationId id="{B488A576-095F-BE67-EBCB-FDC2F574D9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33840" y="4305300"/>
            <a:ext cx="2752344" cy="1789113"/>
          </a:xfrm>
          <a:prstGeom prst="rect">
            <a:avLst/>
          </a:prstGeom>
          <a:ln>
            <a:solidFill>
              <a:srgbClr val="4162EB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ns2:creationId id="{1612A141-A9D5-CC85-1FA4-2F801C04C7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619" y="3574712"/>
            <a:ext cx="574930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1" name="文本占位符 6">
            <a:extLst>
              <a:ext uri="{FF2B5EF4-FFF2-40B4-BE49-F238E27FC236}">
                <ns2:creationId id="{395FB2D8-CD37-6EC6-B1B8-10CEFA558AC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6619" y="2817916"/>
            <a:ext cx="2294381" cy="61108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4162EB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2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6619" y="2076426"/>
            <a:ext cx="2294381" cy="6110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3" name="Picture Placeholder 19">
            <a:extLst>
              <a:ext uri="{FF2B5EF4-FFF2-40B4-BE49-F238E27FC236}">
                <ns2:creationId id="{B1CB5543-9FFB-A78A-22B0-57995C9685F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239310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4" name="Picture Placeholder 19">
            <a:extLst>
              <a:ext uri="{FF2B5EF4-FFF2-40B4-BE49-F238E27FC236}">
                <ns2:creationId id="{8555CC3D-4E88-F572-C05A-404877919E6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853143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5" name="Picture Placeholder 19">
            <a:extLst>
              <a:ext uri="{FF2B5EF4-FFF2-40B4-BE49-F238E27FC236}">
                <ns2:creationId id="{BB4AB9A6-3E3A-66B6-B0F2-D89845ED4B4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466976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6" name="Picture Placeholder 19">
            <a:extLst>
              <a:ext uri="{FF2B5EF4-FFF2-40B4-BE49-F238E27FC236}">
                <ns2:creationId id="{152D585C-AF7A-BB24-86BF-C5DFAFED6BE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60319" y="3574712"/>
            <a:ext cx="574930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7" name="文本占位符 6">
            <a:extLst>
              <a:ext uri="{FF2B5EF4-FFF2-40B4-BE49-F238E27FC236}">
                <ns2:creationId id="{7B5D2986-7817-49E1-E7EC-F249A99DD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60319" y="2817916"/>
            <a:ext cx="2294381" cy="61108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4162EB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8" name="Text Placeholder 39">
            <a:extLst>
              <a:ext uri="{FF2B5EF4-FFF2-40B4-BE49-F238E27FC236}">
                <ns2:creationId id="{F4DE75C4-ED73-D7F2-B20B-932B7DA035F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60319" y="2076426"/>
            <a:ext cx="2294381" cy="6110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9" name="Picture Placeholder 19">
            <a:extLst>
              <a:ext uri="{FF2B5EF4-FFF2-40B4-BE49-F238E27FC236}">
                <ns2:creationId id="{B2BB2482-6941-8547-53F6-260974853DA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173010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Picture Placeholder 19">
            <a:extLst>
              <a:ext uri="{FF2B5EF4-FFF2-40B4-BE49-F238E27FC236}">
                <ns2:creationId id="{E289393F-B4FE-4C06-CC56-2FDBBF7D69D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786843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Picture Placeholder 19">
            <a:extLst>
              <a:ext uri="{FF2B5EF4-FFF2-40B4-BE49-F238E27FC236}">
                <ns2:creationId id="{BB78C785-9D76-4017-1165-697A086E28B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400676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2" name="Picture Placeholder 19">
            <a:extLst>
              <a:ext uri="{FF2B5EF4-FFF2-40B4-BE49-F238E27FC236}">
                <ns2:creationId id="{B67B366B-AFBD-41D6-4C1E-7F091795DA71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430519" y="3574712"/>
            <a:ext cx="574930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3" name="文本占位符 6">
            <a:extLst>
              <a:ext uri="{FF2B5EF4-FFF2-40B4-BE49-F238E27FC236}">
                <ns2:creationId id="{243C955C-F24C-14AD-3216-EA5435D4E8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430519" y="2817916"/>
            <a:ext cx="2294381" cy="61108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4162EB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4" name="Text Placeholder 39">
            <a:extLst>
              <a:ext uri="{FF2B5EF4-FFF2-40B4-BE49-F238E27FC236}">
                <ns2:creationId id="{C000384A-CEA5-14F9-F34F-8A38E2A2FF6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30519" y="2076426"/>
            <a:ext cx="2294381" cy="6110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5" name="Picture Placeholder 19">
            <a:extLst>
              <a:ext uri="{FF2B5EF4-FFF2-40B4-BE49-F238E27FC236}">
                <ns2:creationId id="{3BE53A36-6704-74B5-6190-B87F6A28502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043210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Picture Placeholder 19">
            <a:extLst>
              <a:ext uri="{FF2B5EF4-FFF2-40B4-BE49-F238E27FC236}">
                <ns2:creationId id="{529216FF-E906-2B5E-1110-BEC0002189B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657043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Picture Placeholder 19">
            <a:extLst>
              <a:ext uri="{FF2B5EF4-FFF2-40B4-BE49-F238E27FC236}">
                <ns2:creationId id="{100FB0CD-98D4-1651-BE26-15A83A594BF5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270876" y="3574712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8" name="Picture Placeholder 19">
            <a:extLst>
              <a:ext uri="{FF2B5EF4-FFF2-40B4-BE49-F238E27FC236}">
                <ns2:creationId id="{3CCADC90-DCB4-47AC-CCDE-7A2AA3613A2D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9338691" y="3584741"/>
            <a:ext cx="574930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9" name="文本占位符 6">
            <a:extLst>
              <a:ext uri="{FF2B5EF4-FFF2-40B4-BE49-F238E27FC236}">
                <ns2:creationId id="{676B4C40-9BFA-7264-54E8-06AE00BD765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38691" y="2827945"/>
            <a:ext cx="2294381" cy="61108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400" kern="1200" dirty="0" smtClean="0">
                <a:solidFill>
                  <a:srgbClr val="4162EB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0" name="Text Placeholder 39">
            <a:extLst>
              <a:ext uri="{FF2B5EF4-FFF2-40B4-BE49-F238E27FC236}">
                <ns2:creationId id="{64E99540-B7BA-63C3-6382-75DBC8E275E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338691" y="2086455"/>
            <a:ext cx="2294381" cy="6110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1" name="Picture Placeholder 19">
            <a:extLst>
              <a:ext uri="{FF2B5EF4-FFF2-40B4-BE49-F238E27FC236}">
                <ns2:creationId id="{298B4621-187F-F421-CE1B-79111EAEACA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9951382" y="3584741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Picture Placeholder 19">
            <a:extLst>
              <a:ext uri="{FF2B5EF4-FFF2-40B4-BE49-F238E27FC236}">
                <ns2:creationId id="{C271DE76-CE94-90A1-FF1A-159C1042F4AE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10565215" y="3584741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Picture Placeholder 19">
            <a:extLst>
              <a:ext uri="{FF2B5EF4-FFF2-40B4-BE49-F238E27FC236}">
                <ns2:creationId id="{F80B7335-5DD0-9F40-A193-8ECAF9F8443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1179048" y="3584741"/>
            <a:ext cx="576072" cy="415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6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2972590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Diagram + 3 Content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DF2D25DD-C37E-1C3A-155B-D996124CE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E3443943-7615-BD4C-26D9-432F1634DF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" name="文本占位符 6">
            <a:extLst>
              <a:ext uri="{FF2B5EF4-FFF2-40B4-BE49-F238E27FC236}">
                <ns2:creationId id="{E725A09C-802B-5126-64D6-A4350397757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93195" y="2090627"/>
            <a:ext cx="4675641" cy="639463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8" name="Text Placeholder 39">
            <a:extLst>
              <a:ext uri="{FF2B5EF4-FFF2-40B4-BE49-F238E27FC236}">
                <ns2:creationId id="{4937BC69-41C2-517B-1AEA-04D36760728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93195" y="1737357"/>
            <a:ext cx="467564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3" name="文本占位符 6">
            <a:extLst>
              <a:ext uri="{FF2B5EF4-FFF2-40B4-BE49-F238E27FC236}">
                <ns2:creationId id="{F2C91B7C-404E-7418-9864-1DA4CD98FC0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993195" y="3348494"/>
            <a:ext cx="4675641" cy="758775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4" name="Text Placeholder 39">
            <a:extLst>
              <a:ext uri="{FF2B5EF4-FFF2-40B4-BE49-F238E27FC236}">
                <ns2:creationId id="{8EE7726D-EAFC-27BD-F6DE-50CB2AB4FA8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993195" y="2995224"/>
            <a:ext cx="467564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5" name="文本占位符 6">
            <a:extLst>
              <a:ext uri="{FF2B5EF4-FFF2-40B4-BE49-F238E27FC236}">
                <ns2:creationId id="{29422BFF-88E4-4F6A-6117-DAD2DAFACA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993195" y="4708018"/>
            <a:ext cx="4675641" cy="696491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0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" name="Text Placeholder 39">
            <a:extLst>
              <a:ext uri="{FF2B5EF4-FFF2-40B4-BE49-F238E27FC236}">
                <ns2:creationId id="{B43D681C-ADBB-9095-6EB8-7B166EB5C2B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93195" y="4354748"/>
            <a:ext cx="4675641" cy="2808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7" name="文本占位符 6">
            <a:extLst>
              <a:ext uri="{FF2B5EF4-FFF2-40B4-BE49-F238E27FC236}">
                <ns2:creationId id="{E957DB55-B1B1-692A-D63F-552E1CF7C3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993195" y="5663820"/>
            <a:ext cx="4675641" cy="600502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9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8" name="文本占位符 49">
            <a:extLst>
              <a:ext uri="{FF2B5EF4-FFF2-40B4-BE49-F238E27FC236}">
                <ns2:creationId id="{CA743572-462A-0ED9-049B-0D9A3945C1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1150" y="1735398"/>
            <a:ext cx="1417375" cy="280871"/>
          </a:xfrm>
          <a:prstGeom prst="roundRect">
            <a:avLst>
              <a:gd name="adj" fmla="val 50000"/>
            </a:avLst>
          </a:prstGeom>
          <a:solidFill>
            <a:srgbClr val="F8F8FD"/>
          </a:solidFill>
          <a:ln w="19050">
            <a:solidFill>
              <a:srgbClr val="1E2856"/>
            </a:solidFill>
          </a:ln>
        </p:spPr>
        <p:txBody>
          <a:bodyPr anchor="ctr"/>
          <a:lstStyle>
            <a:lvl1pPr marL="0" indent="0" algn="ctr">
              <a:buNone/>
              <a:defRPr sz="12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9" name="文本占位符 49">
            <a:extLst>
              <a:ext uri="{FF2B5EF4-FFF2-40B4-BE49-F238E27FC236}">
                <ns2:creationId id="{9F1D8E41-3FFF-5B69-7E3C-9D88DDDA155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91205" y="3021881"/>
            <a:ext cx="1417320" cy="283464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 w="19050">
            <a:solidFill>
              <a:srgbClr val="1E2856"/>
            </a:solidFill>
          </a:ln>
        </p:spPr>
        <p:txBody>
          <a:bodyPr anchor="ctr"/>
          <a:lstStyle>
            <a:lvl1pPr marL="0" indent="0" algn="ctr">
              <a:buNone/>
              <a:defRPr sz="12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文本占位符 49">
            <a:extLst>
              <a:ext uri="{FF2B5EF4-FFF2-40B4-BE49-F238E27FC236}">
                <ns2:creationId id="{D3913183-CEA8-A69C-3BAF-482CE97383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391205" y="4351422"/>
            <a:ext cx="1417320" cy="283464"/>
          </a:xfrm>
          <a:prstGeom prst="roundRect">
            <a:avLst>
              <a:gd name="adj" fmla="val 50000"/>
            </a:avLst>
          </a:prstGeom>
          <a:solidFill>
            <a:srgbClr val="D7DEFB"/>
          </a:solidFill>
          <a:ln w="19050">
            <a:solidFill>
              <a:srgbClr val="1E2856"/>
            </a:solidFill>
          </a:ln>
        </p:spPr>
        <p:txBody>
          <a:bodyPr anchor="ctr"/>
          <a:lstStyle>
            <a:lvl1pPr marL="0" indent="0" algn="ctr">
              <a:buNone/>
              <a:defRPr sz="12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Picture Placeholder 30">
            <a:extLst>
              <a:ext uri="{FF2B5EF4-FFF2-40B4-BE49-F238E27FC236}">
                <ns2:creationId id="{5B5935D5-5F4E-819A-836B-C2D45612B8A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50863" y="1735138"/>
            <a:ext cx="4648200" cy="297338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2" name="文本占位符 49">
            <a:extLst>
              <a:ext uri="{FF2B5EF4-FFF2-40B4-BE49-F238E27FC236}">
                <ns2:creationId id="{58B14342-73B2-EF8F-3EB6-B7E3E63245D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1651" y="5262777"/>
            <a:ext cx="1698624" cy="2834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3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01651" y="5595938"/>
            <a:ext cx="1698624" cy="653168"/>
          </a:xfrm>
          <a:prstGeom prst="roundRect">
            <a:avLst>
              <a:gd name="adj" fmla="val 0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4" name="文本占位符 49">
            <a:extLst>
              <a:ext uri="{FF2B5EF4-FFF2-40B4-BE49-F238E27FC236}">
                <ns2:creationId id="{E2C05E1B-233C-68D7-1760-0B6D7C6D87B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295783" y="5262777"/>
            <a:ext cx="1698624" cy="2834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5" name="文本占位符 49">
            <a:extLst>
              <a:ext uri="{FF2B5EF4-FFF2-40B4-BE49-F238E27FC236}">
                <ns2:creationId id="{AC76F6D9-5B38-A8F7-8675-B7E583B89D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295783" y="5595938"/>
            <a:ext cx="1698624" cy="653168"/>
          </a:xfrm>
          <a:prstGeom prst="roundRect">
            <a:avLst>
              <a:gd name="adj" fmla="val 0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文本占位符 49">
            <a:extLst>
              <a:ext uri="{FF2B5EF4-FFF2-40B4-BE49-F238E27FC236}">
                <ns2:creationId id="{DE1E9120-47E1-A05E-EBD2-9097F0758D2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089915" y="5276436"/>
            <a:ext cx="1698624" cy="2834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文本占位符 49">
            <a:extLst>
              <a:ext uri="{FF2B5EF4-FFF2-40B4-BE49-F238E27FC236}">
                <ns2:creationId id="{F37190AC-027A-6B78-F94C-1B9A686C653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089915" y="5609597"/>
            <a:ext cx="1698624" cy="653168"/>
          </a:xfrm>
          <a:prstGeom prst="roundRect">
            <a:avLst>
              <a:gd name="adj" fmla="val 0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7970672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Metrics Key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57487985-C9E4-3FCC-2C58-FF32FFD32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AC80ECB1-F1AF-7853-6AC0-B8231A49F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p2-vector-2">
            <a:extLst>
              <a:ext uri="{FF2B5EF4-FFF2-40B4-BE49-F238E27FC236}">
                <ns2:creationId id="{1F6337D7-F6C6-F94D-622B-9C6D8F7289D1}"/>
              </a:ext>
            </a:extLst>
          </p:cNvPr>
          <p:cNvSpPr>
            <a:spLocks noGrp="1"/>
          </p:cNvSpPr>
          <p:nvPr userDrawn="1"/>
        </p:nvSpPr>
        <p:spPr>
          <a:xfrm>
            <a:off x="631214" y="1735609"/>
            <a:ext cx="3435961" cy="2252663"/>
          </a:xfrm>
          <a:prstGeom prst="roundRect">
            <a:avLst>
              <a:gd name="adj" fmla="val 4828"/>
            </a:avLst>
          </a:prstGeom>
          <a:noFill/>
          <a:ln w="12700">
            <a:solidFill>
              <a:srgbClr val="416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2-vector-2">
            <a:extLst>
              <a:ext uri="{FF2B5EF4-FFF2-40B4-BE49-F238E27FC236}">
                <ns2:creationId id="{36018188-3E60-B90E-D33B-8C2EF9053C93}"/>
              </a:ext>
            </a:extLst>
          </p:cNvPr>
          <p:cNvSpPr>
            <a:spLocks noGrp="1"/>
          </p:cNvSpPr>
          <p:nvPr userDrawn="1"/>
        </p:nvSpPr>
        <p:spPr>
          <a:xfrm>
            <a:off x="4327461" y="1735609"/>
            <a:ext cx="3435961" cy="2252663"/>
          </a:xfrm>
          <a:prstGeom prst="roundRect">
            <a:avLst>
              <a:gd name="adj" fmla="val 5391"/>
            </a:avLst>
          </a:prstGeom>
          <a:noFill/>
          <a:ln w="12700">
            <a:solidFill>
              <a:srgbClr val="416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2-vector-2">
            <a:extLst>
              <a:ext uri="{FF2B5EF4-FFF2-40B4-BE49-F238E27FC236}">
                <ns2:creationId id="{B612BA4A-5F1C-C419-8B79-8629D601E843}"/>
              </a:ext>
            </a:extLst>
          </p:cNvPr>
          <p:cNvSpPr>
            <a:spLocks noGrp="1"/>
          </p:cNvSpPr>
          <p:nvPr userDrawn="1"/>
        </p:nvSpPr>
        <p:spPr>
          <a:xfrm>
            <a:off x="8023708" y="1735609"/>
            <a:ext cx="3435961" cy="2252663"/>
          </a:xfrm>
          <a:prstGeom prst="roundRect">
            <a:avLst>
              <a:gd name="adj" fmla="val 4264"/>
            </a:avLst>
          </a:prstGeom>
          <a:noFill/>
          <a:ln w="12700">
            <a:solidFill>
              <a:srgbClr val="416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39">
            <a:extLst>
              <a:ext uri="{FF2B5EF4-FFF2-40B4-BE49-F238E27FC236}">
                <ns2:creationId id="{93FB6F12-5344-B597-7942-0DE9631AED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36434" y="1964902"/>
            <a:ext cx="3225520" cy="8245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rgbClr val="4162EB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$</a:t>
            </a:r>
          </a:p>
        </p:txBody>
      </p:sp>
      <p:sp>
        <p:nvSpPr>
          <p:cNvPr id="11" name="p8-vector-4">
            <a:extLst>
              <a:ext uri="{FF2B5EF4-FFF2-40B4-BE49-F238E27FC236}">
                <ns2:creationId id="{D8ED3A8B-F13A-9F35-0267-05774227F2C6}"/>
              </a:ext>
            </a:extLst>
          </p:cNvPr>
          <p:cNvSpPr>
            <a:spLocks noGrp="1"/>
          </p:cNvSpPr>
          <p:nvPr userDrawn="1"/>
        </p:nvSpPr>
        <p:spPr>
          <a:xfrm>
            <a:off x="736435" y="2862582"/>
            <a:ext cx="3225519" cy="883759"/>
          </a:xfrm>
          <a:prstGeom prst="roundRect">
            <a:avLst>
              <a:gd name="adj" fmla="val 6715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12" name="Text Placeholder 39">
            <a:extLst>
              <a:ext uri="{FF2B5EF4-FFF2-40B4-BE49-F238E27FC236}">
                <ns2:creationId id="{33BFE55A-16D2-6125-F7C2-9C00D91BEFE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37983" y="2940045"/>
            <a:ext cx="2887257" cy="3196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3" name="Text Placeholder 39">
            <a:extLst>
              <a:ext uri="{FF2B5EF4-FFF2-40B4-BE49-F238E27FC236}">
                <ns2:creationId id="{E884356A-7B68-7D67-8FAF-7C5F7F8D605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37982" y="3328669"/>
            <a:ext cx="2887257" cy="3196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7F7F7F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" name="Text Placeholder 39">
            <a:extLst>
              <a:ext uri="{FF2B5EF4-FFF2-40B4-BE49-F238E27FC236}">
                <ns2:creationId id="{CFA0D116-7B9E-CF61-4C95-AEB08ADC14F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436934" y="1964902"/>
            <a:ext cx="3225520" cy="8245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rgbClr val="4162EB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$</a:t>
            </a:r>
          </a:p>
        </p:txBody>
      </p:sp>
      <p:sp>
        <p:nvSpPr>
          <p:cNvPr id="17" name="p8-vector-4">
            <a:extLst>
              <a:ext uri="{FF2B5EF4-FFF2-40B4-BE49-F238E27FC236}">
                <ns2:creationId id="{91C1BCD1-9405-A28D-BD02-2EB85782C940}"/>
              </a:ext>
            </a:extLst>
          </p:cNvPr>
          <p:cNvSpPr>
            <a:spLocks noGrp="1"/>
          </p:cNvSpPr>
          <p:nvPr userDrawn="1"/>
        </p:nvSpPr>
        <p:spPr>
          <a:xfrm>
            <a:off x="4436935" y="2862582"/>
            <a:ext cx="3225519" cy="883759"/>
          </a:xfrm>
          <a:prstGeom prst="roundRect">
            <a:avLst>
              <a:gd name="adj" fmla="val 6715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18" name="Text Placeholder 39">
            <a:extLst>
              <a:ext uri="{FF2B5EF4-FFF2-40B4-BE49-F238E27FC236}">
                <ns2:creationId id="{D78D08F9-CC4B-E2D5-87E7-8E04F416FDA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638483" y="2940045"/>
            <a:ext cx="2887257" cy="3196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9" name="Text Placeholder 39">
            <a:extLst>
              <a:ext uri="{FF2B5EF4-FFF2-40B4-BE49-F238E27FC236}">
                <ns2:creationId id="{34A0978C-DA66-6E06-A1B1-13A067DE5A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638482" y="3328669"/>
            <a:ext cx="2887257" cy="3196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7F7F7F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0" name="Text Placeholder 39">
            <a:extLst>
              <a:ext uri="{FF2B5EF4-FFF2-40B4-BE49-F238E27FC236}">
                <ns2:creationId id="{28B34B6B-E110-4F7C-8662-8499464AA9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0259" y="1964902"/>
            <a:ext cx="3225520" cy="8245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rgbClr val="4162EB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lvl="0"/>
            <a:r>
              <a:rPr lang="en-US" dirty="0" b="1">
                <a:latin typeface="Clarity City"/>
                <a:ea typeface="OPPOSans B"/>
                <a:cs typeface="OPPOSans B"/>
              </a:rPr>
              <a:t>$</a:t>
            </a:r>
          </a:p>
        </p:txBody>
      </p:sp>
      <p:sp>
        <p:nvSpPr>
          <p:cNvPr id="21" name="p8-vector-4">
            <a:extLst>
              <a:ext uri="{FF2B5EF4-FFF2-40B4-BE49-F238E27FC236}">
                <ns2:creationId id="{8610F8FB-26C7-620B-E31E-DF3CC639759D}"/>
              </a:ext>
            </a:extLst>
          </p:cNvPr>
          <p:cNvSpPr>
            <a:spLocks noGrp="1"/>
          </p:cNvSpPr>
          <p:nvPr userDrawn="1"/>
        </p:nvSpPr>
        <p:spPr>
          <a:xfrm>
            <a:off x="8130260" y="2862582"/>
            <a:ext cx="3225519" cy="883759"/>
          </a:xfrm>
          <a:prstGeom prst="roundRect">
            <a:avLst>
              <a:gd name="adj" fmla="val 6715"/>
            </a:avLst>
          </a:prstGeom>
          <a:solidFill>
            <a:srgbClr val="E9F1FF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Clarity City" pitchFamily="2" charset="0"/>
            </a:endParaRPr>
          </a:p>
        </p:txBody>
      </p:sp>
      <p:sp>
        <p:nvSpPr>
          <p:cNvPr id="22" name="Text Placeholder 39">
            <a:extLst>
              <a:ext uri="{FF2B5EF4-FFF2-40B4-BE49-F238E27FC236}">
                <ns2:creationId id="{12AC66C5-7A05-7C69-CB58-B7DF2AE6FAA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331808" y="2940045"/>
            <a:ext cx="2887257" cy="3196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3" name="Text Placeholder 39">
            <a:extLst>
              <a:ext uri="{FF2B5EF4-FFF2-40B4-BE49-F238E27FC236}">
                <ns2:creationId id="{124BEC5E-A24D-8182-B0BA-AA4AFFBFC50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331807" y="3328669"/>
            <a:ext cx="2887257" cy="3196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7F7F7F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4" name="p14-vector-5">
            <a:extLst>
              <a:ext uri="{FF2B5EF4-FFF2-40B4-BE49-F238E27FC236}">
                <ns2:creationId id="{E5F25C6B-EECB-3ED8-A713-2E22839D3D2A}"/>
              </a:ext>
            </a:extLst>
          </p:cNvPr>
          <p:cNvSpPr>
            <a:spLocks noGrp="1"/>
          </p:cNvSpPr>
          <p:nvPr userDrawn="1"/>
        </p:nvSpPr>
        <p:spPr>
          <a:xfrm>
            <a:off x="609600" y="4130321"/>
            <a:ext cx="10850069" cy="1584973"/>
          </a:xfrm>
          <a:prstGeom prst="roundRect">
            <a:avLst>
              <a:gd name="adj" fmla="val 6571"/>
            </a:avLst>
          </a:prstGeom>
          <a:solidFill>
            <a:srgbClr val="1E285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Placeholder 39">
            <a:extLst>
              <a:ext uri="{FF2B5EF4-FFF2-40B4-BE49-F238E27FC236}">
                <ns2:creationId id="{C0069D9D-BCB7-35CE-9A8F-15140CA184F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37983" y="4361026"/>
            <a:ext cx="10281081" cy="4130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rgbClr val="45C5CC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6" name="Text Placeholder 39">
            <a:extLst>
              <a:ext uri="{FF2B5EF4-FFF2-40B4-BE49-F238E27FC236}">
                <ns2:creationId id="{022B858B-E9E2-D011-09EE-099B18A4731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37982" y="4842982"/>
            <a:ext cx="10281082" cy="628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8" name="Text Placeholder 39">
            <a:extLst>
              <a:ext uri="{FF2B5EF4-FFF2-40B4-BE49-F238E27FC236}">
                <ns2:creationId id="{4CC4D62E-B298-0F92-B893-4375ED623BB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31214" y="5869938"/>
            <a:ext cx="10850069" cy="300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3:creationId val="9425646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Phase Break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7" descr="张着嘴&#10;&#10;低可信度描述已自动生成">
            <a:extLst>
              <a:ext uri="{FF2B5EF4-FFF2-40B4-BE49-F238E27FC236}">
                <ns2:creationId id="{2A736E11-8BBA-949C-2227-6B30FCAA2059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占位符 8">
            <a:extLst>
              <a:ext uri="{FF2B5EF4-FFF2-40B4-BE49-F238E27FC236}">
                <ns2:creationId id="{5F59D6EC-7A15-FDAB-DC5C-811907100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6" name="文本占位符 6">
            <a:extLst>
              <a:ext uri="{FF2B5EF4-FFF2-40B4-BE49-F238E27FC236}">
                <ns2:creationId id="{F02B79CF-CD3E-2E61-B8CD-6DC7E530D0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p18-vector-5">
            <a:extLst>
              <a:ext uri="{FF2B5EF4-FFF2-40B4-BE49-F238E27FC236}">
                <ns2:creationId id="{69CA74D4-2619-8487-DA4C-1D3AEF2E1DF9}"/>
              </a:ext>
            </a:extLst>
          </p:cNvPr>
          <p:cNvSpPr>
            <a:spLocks noGrp="1"/>
          </p:cNvSpPr>
          <p:nvPr userDrawn="1"/>
        </p:nvSpPr>
        <p:spPr>
          <a:xfrm>
            <a:off x="551121" y="1579418"/>
            <a:ext cx="10993179" cy="2243136"/>
          </a:xfrm>
          <a:prstGeom prst="roundRect">
            <a:avLst>
              <a:gd name="adj" fmla="val 5667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39">
            <a:extLst>
              <a:ext uri="{FF2B5EF4-FFF2-40B4-BE49-F238E27FC236}">
                <ns2:creationId id="{B518D1B2-1D2A-CC39-E070-A498114FEF1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1122" y="4013734"/>
            <a:ext cx="1670137" cy="18919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2" name="p18-vector-4">
            <a:extLst>
              <a:ext uri="{FF2B5EF4-FFF2-40B4-BE49-F238E27FC236}">
                <ns2:creationId id="{5A42D4E0-D354-4A72-8A43-448D6035B985}"/>
              </a:ext>
            </a:extLst>
          </p:cNvPr>
          <p:cNvSpPr>
            <a:spLocks noGrp="1"/>
          </p:cNvSpPr>
          <p:nvPr userDrawn="1"/>
        </p:nvSpPr>
        <p:spPr>
          <a:xfrm>
            <a:off x="2391917" y="4013735"/>
            <a:ext cx="2947337" cy="1891917"/>
          </a:xfrm>
          <a:custGeom>
            <a:avLst/>
            <a:gdLst/>
            <a:ahLst/>
            <a:cxnLst/>
            <a:rect l="0" t="0" r="0" b="0"/>
            <a:pathLst>
              <a:path w="2400935" h="1834731">
                <a:moveTo>
                  <a:pt x="0" y="41275"/>
                </a:moveTo>
                <a:lnTo>
                  <a:pt x="3254" y="25182"/>
                </a:lnTo>
                <a:lnTo>
                  <a:pt x="12129" y="12065"/>
                </a:lnTo>
                <a:lnTo>
                  <a:pt x="25289" y="3235"/>
                </a:lnTo>
                <a:lnTo>
                  <a:pt x="41402" y="0"/>
                </a:lnTo>
                <a:lnTo>
                  <a:pt x="2359533" y="0"/>
                </a:lnTo>
                <a:lnTo>
                  <a:pt x="2375646" y="3235"/>
                </a:lnTo>
                <a:lnTo>
                  <a:pt x="2388807" y="12065"/>
                </a:lnTo>
                <a:lnTo>
                  <a:pt x="2397681" y="25182"/>
                </a:lnTo>
                <a:lnTo>
                  <a:pt x="2400935" y="41275"/>
                </a:lnTo>
                <a:lnTo>
                  <a:pt x="2400935" y="1793392"/>
                </a:lnTo>
                <a:lnTo>
                  <a:pt x="2397681" y="1809485"/>
                </a:lnTo>
                <a:lnTo>
                  <a:pt x="2388807" y="1822625"/>
                </a:lnTo>
                <a:lnTo>
                  <a:pt x="2375646" y="1831483"/>
                </a:lnTo>
                <a:lnTo>
                  <a:pt x="2359533" y="1834731"/>
                </a:lnTo>
                <a:lnTo>
                  <a:pt x="41402" y="1834731"/>
                </a:lnTo>
                <a:lnTo>
                  <a:pt x="25289" y="1831483"/>
                </a:lnTo>
                <a:lnTo>
                  <a:pt x="12128" y="1822625"/>
                </a:lnTo>
                <a:lnTo>
                  <a:pt x="3254" y="1809485"/>
                </a:lnTo>
                <a:lnTo>
                  <a:pt x="0" y="1793392"/>
                </a:lnTo>
                <a:lnTo>
                  <a:pt x="0" y="41275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文本占位符 49">
            <a:extLst>
              <a:ext uri="{FF2B5EF4-FFF2-40B4-BE49-F238E27FC236}">
                <ns2:creationId id="{3223824B-E285-FD66-2067-DB90933D5E8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76283" y="4156996"/>
            <a:ext cx="1417320" cy="219481"/>
          </a:xfrm>
          <a:prstGeom prst="roundRect">
            <a:avLst>
              <a:gd name="adj" fmla="val 50000"/>
            </a:avLst>
          </a:prstGeom>
          <a:solidFill>
            <a:srgbClr val="1E2856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4" name="Text Placeholder 39">
            <a:extLst>
              <a:ext uri="{FF2B5EF4-FFF2-40B4-BE49-F238E27FC236}">
                <ns2:creationId id="{D39C63F6-FBAE-8BE7-4593-03ECFBB149E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576283" y="4526280"/>
            <a:ext cx="2598967" cy="3532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5" name="Text Placeholder 39">
            <a:extLst>
              <a:ext uri="{FF2B5EF4-FFF2-40B4-BE49-F238E27FC236}">
                <ns2:creationId id="{DFCDEC15-D4A7-3358-8148-AF1D826A00A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576283" y="4953004"/>
            <a:ext cx="2598968" cy="7924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7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0" name="p18-vector-4">
            <a:extLst>
              <a:ext uri="{FF2B5EF4-FFF2-40B4-BE49-F238E27FC236}">
                <ns2:creationId id="{5FFD8798-E669-0FA6-6791-8C579BB64B78}"/>
              </a:ext>
            </a:extLst>
          </p:cNvPr>
          <p:cNvSpPr>
            <a:spLocks noGrp="1"/>
          </p:cNvSpPr>
          <p:nvPr userDrawn="1"/>
        </p:nvSpPr>
        <p:spPr>
          <a:xfrm>
            <a:off x="5509912" y="4013734"/>
            <a:ext cx="2947337" cy="1891917"/>
          </a:xfrm>
          <a:custGeom>
            <a:avLst/>
            <a:gdLst/>
            <a:ahLst/>
            <a:cxnLst/>
            <a:rect l="0" t="0" r="0" b="0"/>
            <a:pathLst>
              <a:path w="2400935" h="1834731">
                <a:moveTo>
                  <a:pt x="0" y="41275"/>
                </a:moveTo>
                <a:lnTo>
                  <a:pt x="3254" y="25182"/>
                </a:lnTo>
                <a:lnTo>
                  <a:pt x="12129" y="12065"/>
                </a:lnTo>
                <a:lnTo>
                  <a:pt x="25289" y="3235"/>
                </a:lnTo>
                <a:lnTo>
                  <a:pt x="41402" y="0"/>
                </a:lnTo>
                <a:lnTo>
                  <a:pt x="2359533" y="0"/>
                </a:lnTo>
                <a:lnTo>
                  <a:pt x="2375646" y="3235"/>
                </a:lnTo>
                <a:lnTo>
                  <a:pt x="2388807" y="12065"/>
                </a:lnTo>
                <a:lnTo>
                  <a:pt x="2397681" y="25182"/>
                </a:lnTo>
                <a:lnTo>
                  <a:pt x="2400935" y="41275"/>
                </a:lnTo>
                <a:lnTo>
                  <a:pt x="2400935" y="1793392"/>
                </a:lnTo>
                <a:lnTo>
                  <a:pt x="2397681" y="1809485"/>
                </a:lnTo>
                <a:lnTo>
                  <a:pt x="2388807" y="1822625"/>
                </a:lnTo>
                <a:lnTo>
                  <a:pt x="2375646" y="1831483"/>
                </a:lnTo>
                <a:lnTo>
                  <a:pt x="2359533" y="1834731"/>
                </a:lnTo>
                <a:lnTo>
                  <a:pt x="41402" y="1834731"/>
                </a:lnTo>
                <a:lnTo>
                  <a:pt x="25289" y="1831483"/>
                </a:lnTo>
                <a:lnTo>
                  <a:pt x="12128" y="1822625"/>
                </a:lnTo>
                <a:lnTo>
                  <a:pt x="3254" y="1809485"/>
                </a:lnTo>
                <a:lnTo>
                  <a:pt x="0" y="1793392"/>
                </a:lnTo>
                <a:lnTo>
                  <a:pt x="0" y="41275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1" name="文本占位符 49">
            <a:extLst>
              <a:ext uri="{FF2B5EF4-FFF2-40B4-BE49-F238E27FC236}">
                <ns2:creationId id="{1CC85598-E16E-11BF-4EA0-1D854A8D669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694278" y="4156995"/>
            <a:ext cx="1417320" cy="219482"/>
          </a:xfrm>
          <a:prstGeom prst="roundRect">
            <a:avLst>
              <a:gd name="adj" fmla="val 50000"/>
            </a:avLst>
          </a:prstGeom>
          <a:solidFill>
            <a:srgbClr val="4162EB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2" name="Text Placeholder 39">
            <a:extLst>
              <a:ext uri="{FF2B5EF4-FFF2-40B4-BE49-F238E27FC236}">
                <ns2:creationId id="{B7DE0ECA-53F2-D0C1-A308-ACCD1434CC7F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694278" y="4526279"/>
            <a:ext cx="2598967" cy="3532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3" name="Text Placeholder 39">
            <a:extLst>
              <a:ext uri="{FF2B5EF4-FFF2-40B4-BE49-F238E27FC236}">
                <ns2:creationId id="{DC73045F-78AE-4554-0AA6-065A724B78C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694278" y="4953003"/>
            <a:ext cx="2598968" cy="7924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7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8" name="p18-vector-4">
            <a:extLst>
              <a:ext uri="{FF2B5EF4-FFF2-40B4-BE49-F238E27FC236}">
                <ns2:creationId id="{835EF886-BEF2-5688-0BA4-1C489788B708}"/>
              </a:ext>
            </a:extLst>
          </p:cNvPr>
          <p:cNvSpPr>
            <a:spLocks noGrp="1"/>
          </p:cNvSpPr>
          <p:nvPr userDrawn="1"/>
        </p:nvSpPr>
        <p:spPr>
          <a:xfrm>
            <a:off x="8622565" y="4013734"/>
            <a:ext cx="2947337" cy="1891917"/>
          </a:xfrm>
          <a:custGeom>
            <a:avLst/>
            <a:gdLst/>
            <a:ahLst/>
            <a:cxnLst/>
            <a:rect l="0" t="0" r="0" b="0"/>
            <a:pathLst>
              <a:path w="2400935" h="1834731">
                <a:moveTo>
                  <a:pt x="0" y="41275"/>
                </a:moveTo>
                <a:lnTo>
                  <a:pt x="3254" y="25182"/>
                </a:lnTo>
                <a:lnTo>
                  <a:pt x="12129" y="12065"/>
                </a:lnTo>
                <a:lnTo>
                  <a:pt x="25289" y="3235"/>
                </a:lnTo>
                <a:lnTo>
                  <a:pt x="41402" y="0"/>
                </a:lnTo>
                <a:lnTo>
                  <a:pt x="2359533" y="0"/>
                </a:lnTo>
                <a:lnTo>
                  <a:pt x="2375646" y="3235"/>
                </a:lnTo>
                <a:lnTo>
                  <a:pt x="2388807" y="12065"/>
                </a:lnTo>
                <a:lnTo>
                  <a:pt x="2397681" y="25182"/>
                </a:lnTo>
                <a:lnTo>
                  <a:pt x="2400935" y="41275"/>
                </a:lnTo>
                <a:lnTo>
                  <a:pt x="2400935" y="1793392"/>
                </a:lnTo>
                <a:lnTo>
                  <a:pt x="2397681" y="1809485"/>
                </a:lnTo>
                <a:lnTo>
                  <a:pt x="2388807" y="1822625"/>
                </a:lnTo>
                <a:lnTo>
                  <a:pt x="2375646" y="1831483"/>
                </a:lnTo>
                <a:lnTo>
                  <a:pt x="2359533" y="1834731"/>
                </a:lnTo>
                <a:lnTo>
                  <a:pt x="41402" y="1834731"/>
                </a:lnTo>
                <a:lnTo>
                  <a:pt x="25289" y="1831483"/>
                </a:lnTo>
                <a:lnTo>
                  <a:pt x="12128" y="1822625"/>
                </a:lnTo>
                <a:lnTo>
                  <a:pt x="3254" y="1809485"/>
                </a:lnTo>
                <a:lnTo>
                  <a:pt x="0" y="1793392"/>
                </a:lnTo>
                <a:lnTo>
                  <a:pt x="0" y="41275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文本占位符 49">
            <a:extLst>
              <a:ext uri="{FF2B5EF4-FFF2-40B4-BE49-F238E27FC236}">
                <ns2:creationId id="{05DC184E-301C-AD1A-E055-C9377C65099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806931" y="4156995"/>
            <a:ext cx="1417320" cy="219482"/>
          </a:xfrm>
          <a:prstGeom prst="roundRect">
            <a:avLst>
              <a:gd name="adj" fmla="val 50000"/>
            </a:avLst>
          </a:prstGeom>
          <a:solidFill>
            <a:srgbClr val="B523B9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Text Placeholder 39">
            <a:extLst>
              <a:ext uri="{FF2B5EF4-FFF2-40B4-BE49-F238E27FC236}">
                <ns2:creationId id="{99681AEA-2C3F-54AB-CDD0-BD1E20B7200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06931" y="4526279"/>
            <a:ext cx="2598967" cy="3532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1" name="Text Placeholder 39">
            <a:extLst>
              <a:ext uri="{FF2B5EF4-FFF2-40B4-BE49-F238E27FC236}">
                <ns2:creationId id="{5DACB521-8CA2-4992-134E-B2FBD40416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806931" y="4953003"/>
            <a:ext cx="2598968" cy="7924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7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5" name="Text Placeholder 39">
            <a:extLst>
              <a:ext uri="{FF2B5EF4-FFF2-40B4-BE49-F238E27FC236}">
                <ns2:creationId id="{753224ED-D816-EEA3-1828-D50A3AF8926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49300" y="1853504"/>
            <a:ext cx="1471958" cy="75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1" name="Picture Placeholder 38">
            <a:extLst>
              <a:ext uri="{FF2B5EF4-FFF2-40B4-BE49-F238E27FC236}">
                <ns2:creationId id="{A74B7425-E528-C080-0C97-309BAA10E871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2390647" y="2157417"/>
            <a:ext cx="1737360" cy="84931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Text Placeholder 39">
            <a:extLst>
              <a:ext uri="{FF2B5EF4-FFF2-40B4-BE49-F238E27FC236}">
                <ns2:creationId id="{E30CFB64-2C83-56A8-F5F1-808818F34DAA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35540" y="3429000"/>
            <a:ext cx="1471958" cy="2837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6" name="Text Placeholder 39">
            <a:extLst>
              <a:ext uri="{FF2B5EF4-FFF2-40B4-BE49-F238E27FC236}">
                <ns2:creationId id="{1AFE63E2-A123-CF7D-1331-0E67A8A0B97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35540" y="2954059"/>
            <a:ext cx="1471958" cy="2837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7" name="Text Placeholder 39">
            <a:extLst>
              <a:ext uri="{FF2B5EF4-FFF2-40B4-BE49-F238E27FC236}">
                <ns2:creationId id="{C6844CD0-5FAD-86A0-481B-221E02EC7625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390646" y="1853505"/>
            <a:ext cx="1737321" cy="2541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$</a:t>
            </a:r>
          </a:p>
        </p:txBody>
      </p:sp>
      <p:sp>
        <p:nvSpPr>
          <p:cNvPr id="48" name="Text Placeholder 39">
            <a:extLst>
              <a:ext uri="{FF2B5EF4-FFF2-40B4-BE49-F238E27FC236}">
                <ns2:creationId id="{8F0C3DCA-E537-01EC-ECFA-528661BFA7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2392356" y="3054515"/>
            <a:ext cx="1735651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9" name="Text Placeholder 39">
            <a:extLst>
              <a:ext uri="{FF2B5EF4-FFF2-40B4-BE49-F238E27FC236}">
                <ns2:creationId id="{8EFE931C-7122-1407-8029-0B6A7B12046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392356" y="3426185"/>
            <a:ext cx="1735651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50" name="文本占位符 49">
            <a:extLst>
              <a:ext uri="{FF2B5EF4-FFF2-40B4-BE49-F238E27FC236}">
                <ns2:creationId id="{A54545B0-BB1B-085A-71E0-4417F98C17B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883600" y="1471823"/>
            <a:ext cx="751412" cy="219481"/>
          </a:xfrm>
          <a:prstGeom prst="roundRect">
            <a:avLst>
              <a:gd name="adj" fmla="val 50000"/>
            </a:avLst>
          </a:prstGeom>
          <a:solidFill>
            <a:srgbClr val="4162EB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1" name="Picture Placeholder 38">
            <a:extLst>
              <a:ext uri="{FF2B5EF4-FFF2-40B4-BE49-F238E27FC236}">
                <ns2:creationId id="{6E32E046-AC26-C947-661C-5F2A1D5B820D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4206411" y="2157417"/>
            <a:ext cx="1737360" cy="84931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2" name="Text Placeholder 39">
            <a:extLst>
              <a:ext uri="{FF2B5EF4-FFF2-40B4-BE49-F238E27FC236}">
                <ns2:creationId id="{56DD3B8E-03D8-961B-F3C6-596876C77500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206410" y="1853505"/>
            <a:ext cx="1737360" cy="2541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$</a:t>
            </a:r>
          </a:p>
        </p:txBody>
      </p:sp>
      <p:sp>
        <p:nvSpPr>
          <p:cNvPr id="53" name="Text Placeholder 39">
            <a:extLst>
              <a:ext uri="{FF2B5EF4-FFF2-40B4-BE49-F238E27FC236}">
                <ns2:creationId id="{3F73B79A-6282-5DF9-696B-966B2F824B1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208120" y="305451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54" name="Text Placeholder 39">
            <a:extLst>
              <a:ext uri="{FF2B5EF4-FFF2-40B4-BE49-F238E27FC236}">
                <ns2:creationId id="{8902B599-77E7-3467-3634-C32C35824BB3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208120" y="342618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55" name="文本占位符 49">
            <a:extLst>
              <a:ext uri="{FF2B5EF4-FFF2-40B4-BE49-F238E27FC236}">
                <ns2:creationId id="{8B14B527-EFA3-0C3D-ABEA-93B2B091429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4699384" y="1471823"/>
            <a:ext cx="751412" cy="219481"/>
          </a:xfrm>
          <a:prstGeom prst="roundRect">
            <a:avLst>
              <a:gd name="adj" fmla="val 50000"/>
            </a:avLst>
          </a:prstGeom>
          <a:solidFill>
            <a:srgbClr val="4162EB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6" name="Picture Placeholder 38">
            <a:extLst>
              <a:ext uri="{FF2B5EF4-FFF2-40B4-BE49-F238E27FC236}">
                <ns2:creationId id="{9FC0F81F-7BC3-2181-CE12-51F40B7BE923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6016119" y="2157417"/>
            <a:ext cx="1737360" cy="84931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7" name="Text Placeholder 39">
            <a:extLst>
              <a:ext uri="{FF2B5EF4-FFF2-40B4-BE49-F238E27FC236}">
                <ns2:creationId id="{B4FE1582-3247-81FE-6CFF-D41B438EC43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6016118" y="1853505"/>
            <a:ext cx="1737360" cy="2541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$</a:t>
            </a:r>
          </a:p>
        </p:txBody>
      </p:sp>
      <p:sp>
        <p:nvSpPr>
          <p:cNvPr id="58" name="Text Placeholder 39">
            <a:extLst>
              <a:ext uri="{FF2B5EF4-FFF2-40B4-BE49-F238E27FC236}">
                <ns2:creationId id="{536195B8-078C-5038-0D01-4EE81316C3D1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6017828" y="305451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59" name="Text Placeholder 39">
            <a:extLst>
              <a:ext uri="{FF2B5EF4-FFF2-40B4-BE49-F238E27FC236}">
                <ns2:creationId id="{023500E9-67D1-BF8B-1FC9-BEDDDA3E5281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017828" y="342618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60" name="文本占位符 49">
            <a:extLst>
              <a:ext uri="{FF2B5EF4-FFF2-40B4-BE49-F238E27FC236}">
                <ns2:creationId id="{0010E958-68C9-B3C3-26E0-67C90453AD4C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509092" y="1471823"/>
            <a:ext cx="751412" cy="219481"/>
          </a:xfrm>
          <a:prstGeom prst="roundRect">
            <a:avLst>
              <a:gd name="adj" fmla="val 50000"/>
            </a:avLst>
          </a:prstGeom>
          <a:solidFill>
            <a:srgbClr val="4162EB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1" name="Picture Placeholder 38">
            <a:extLst>
              <a:ext uri="{FF2B5EF4-FFF2-40B4-BE49-F238E27FC236}">
                <ns2:creationId id="{3F009D39-2E49-F48E-2450-B72620579623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7828347" y="2159377"/>
            <a:ext cx="1737360" cy="84931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2" name="Text Placeholder 39">
            <a:extLst>
              <a:ext uri="{FF2B5EF4-FFF2-40B4-BE49-F238E27FC236}">
                <ns2:creationId id="{B07C2481-682F-90F0-01D8-6C16AC58948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828346" y="1855465"/>
            <a:ext cx="1737360" cy="2541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$</a:t>
            </a:r>
          </a:p>
        </p:txBody>
      </p:sp>
      <p:sp>
        <p:nvSpPr>
          <p:cNvPr id="63" name="Text Placeholder 39">
            <a:extLst>
              <a:ext uri="{FF2B5EF4-FFF2-40B4-BE49-F238E27FC236}">
                <ns2:creationId id="{43FC87CD-F7EC-0458-82C0-63CCD008FBDB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30056" y="305647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64" name="Text Placeholder 39">
            <a:extLst>
              <a:ext uri="{FF2B5EF4-FFF2-40B4-BE49-F238E27FC236}">
                <ns2:creationId id="{8526B27B-B443-FCBB-4531-E60E59294C81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830056" y="342814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65" name="文本占位符 49">
            <a:extLst>
              <a:ext uri="{FF2B5EF4-FFF2-40B4-BE49-F238E27FC236}">
                <ns2:creationId id="{1BDEEB1E-C217-A45F-42BE-E8C9605DAA72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321320" y="1473783"/>
            <a:ext cx="751412" cy="219481"/>
          </a:xfrm>
          <a:prstGeom prst="roundRect">
            <a:avLst>
              <a:gd name="adj" fmla="val 50000"/>
            </a:avLst>
          </a:prstGeom>
          <a:solidFill>
            <a:srgbClr val="1E2856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6" name="Picture Placeholder 38">
            <a:extLst>
              <a:ext uri="{FF2B5EF4-FFF2-40B4-BE49-F238E27FC236}">
                <ns2:creationId id="{9DFE02CB-D680-10D8-DF54-3FAC05E1FFAC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9647620" y="2159377"/>
            <a:ext cx="1737360" cy="84931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7" name="Text Placeholder 39">
            <a:extLst>
              <a:ext uri="{FF2B5EF4-FFF2-40B4-BE49-F238E27FC236}">
                <ns2:creationId id="{C79783ED-0681-A6BF-6963-33ACD592848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47619" y="1855465"/>
            <a:ext cx="1737360" cy="2541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B523B9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$</a:t>
            </a:r>
          </a:p>
        </p:txBody>
      </p:sp>
      <p:sp>
        <p:nvSpPr>
          <p:cNvPr id="68" name="Text Placeholder 39">
            <a:extLst>
              <a:ext uri="{FF2B5EF4-FFF2-40B4-BE49-F238E27FC236}">
                <ns2:creationId id="{3AD43304-2FFE-837F-9B9E-4D564ABFB539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649328" y="305647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B523B9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69" name="Text Placeholder 39">
            <a:extLst>
              <a:ext uri="{FF2B5EF4-FFF2-40B4-BE49-F238E27FC236}">
                <ns2:creationId id="{08DA18C2-99D4-FE7B-CEB3-1CB081DDA134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9649328" y="3428145"/>
            <a:ext cx="1737360" cy="235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70" name="文本占位符 49">
            <a:extLst>
              <a:ext uri="{FF2B5EF4-FFF2-40B4-BE49-F238E27FC236}">
                <ns2:creationId id="{9275F1C7-4B56-E988-0407-545908C762A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140593" y="1473783"/>
            <a:ext cx="751412" cy="219481"/>
          </a:xfrm>
          <a:prstGeom prst="roundRect">
            <a:avLst>
              <a:gd name="adj" fmla="val 50000"/>
            </a:avLst>
          </a:prstGeom>
          <a:solidFill>
            <a:srgbClr val="B523B9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1" name="文本占位符 49">
            <a:extLst>
              <a:ext uri="{FF2B5EF4-FFF2-40B4-BE49-F238E27FC236}">
                <ns2:creationId id="{989AE227-0F05-DB01-982B-2AD20C76215B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551120" y="5998152"/>
            <a:ext cx="11018782" cy="288360"/>
          </a:xfrm>
          <a:prstGeom prst="roundRect">
            <a:avLst>
              <a:gd name="adj" fmla="val 8808"/>
            </a:avLst>
          </a:prstGeom>
          <a:solidFill>
            <a:srgbClr val="1E2856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8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ns2:creationId id="{87062842-25D1-4CCD-FEAC-1AE37BC1B15D}"/>
              </a:ext>
            </a:extLst>
          </p:cNvPr>
          <p:cNvCxnSpPr/>
          <p:nvPr userDrawn="1"/>
        </p:nvCxnSpPr>
        <p:spPr>
          <a:xfrm>
            <a:off x="2390646" y="3366547"/>
            <a:ext cx="9015252" cy="0"/>
          </a:xfrm>
          <a:prstGeom prst="straightConnector1">
            <a:avLst/>
          </a:prstGeom>
          <a:ln w="12700">
            <a:solidFill>
              <a:srgbClr val="1E2856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ns5:creationId val="22521515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30928272-0841-C68A-6B6A-F5AB36BB62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CE565589-51CF-95A8-E6AC-A5766A0E7C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Rounded Rectangle 26">
            <a:extLst>
              <a:ext uri="{FF2B5EF4-FFF2-40B4-BE49-F238E27FC236}">
                <ns2:creationId id="{8FF06A60-9B7B-2AF2-39F0-BA6FC644E596}"/>
              </a:ext>
            </a:extLst>
          </p:cNvPr>
          <p:cNvSpPr/>
          <p:nvPr userDrawn="1"/>
        </p:nvSpPr>
        <p:spPr>
          <a:xfrm flipH="1" flipV="1">
            <a:off x="561916" y="3184588"/>
            <a:ext cx="1749674" cy="3005976"/>
          </a:xfrm>
          <a:prstGeom prst="round2SameRect">
            <a:avLst>
              <a:gd name="adj1" fmla="val 5235"/>
              <a:gd name="adj2" fmla="val 0"/>
            </a:avLst>
          </a:prstGeom>
          <a:solidFill>
            <a:srgbClr val="F0FA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Rounded Rectangle 26">
            <a:extLst>
              <a:ext uri="{FF2B5EF4-FFF2-40B4-BE49-F238E27FC236}">
                <ns2:creationId id="{AE0785D3-1596-0EE6-A771-AA7A7D9B84D7}"/>
              </a:ext>
            </a:extLst>
          </p:cNvPr>
          <p:cNvSpPr/>
          <p:nvPr userDrawn="1"/>
        </p:nvSpPr>
        <p:spPr>
          <a:xfrm flipH="1" flipV="1">
            <a:off x="561916" y="3184105"/>
            <a:ext cx="1749674" cy="8702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E285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lang="en-CN"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Picture Placeholder 9">
            <a:extLst>
              <a:ext uri="{FF2B5EF4-FFF2-40B4-BE49-F238E27FC236}">
                <ns2:creationId id="{ED17FE9E-B03C-5863-4516-A6FC6E1DDB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916" y="1549400"/>
            <a:ext cx="1749425" cy="163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ns2:creationId id="{53F217FF-C51F-E957-8C11-1C2D3DE82A7F}"/>
              </a:ext>
            </a:extLst>
          </p:cNvPr>
          <p:cNvCxnSpPr>
            <a:cxnSpLocks/>
          </p:cNvCxnSpPr>
          <p:nvPr userDrawn="1"/>
        </p:nvCxnSpPr>
        <p:spPr>
          <a:xfrm>
            <a:off x="717260" y="4981605"/>
            <a:ext cx="1438987" cy="0"/>
          </a:xfrm>
          <a:prstGeom prst="line">
            <a:avLst/>
          </a:prstGeom>
          <a:ln w="9525">
            <a:solidFill>
              <a:srgbClr val="9BA4B9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39">
            <a:extLst>
              <a:ext uri="{FF2B5EF4-FFF2-40B4-BE49-F238E27FC236}">
                <ns2:creationId id="{22AEBD11-39A1-F0D9-0E28-ECE3E1F86C4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5137" y="3270406"/>
            <a:ext cx="1573714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5" name="Text Placeholder 39">
            <a:extLst>
              <a:ext uri="{FF2B5EF4-FFF2-40B4-BE49-F238E27FC236}">
                <ns2:creationId id="{DA439966-4296-85DC-71CE-B6C10D95D3B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55137" y="3518319"/>
            <a:ext cx="1573714" cy="4567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" name="Text Placeholder 39">
            <a:extLst>
              <a:ext uri="{FF2B5EF4-FFF2-40B4-BE49-F238E27FC236}">
                <ns2:creationId id="{18CE4EB7-FA19-A0DD-924E-3C655485163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96437" y="4165636"/>
            <a:ext cx="1259810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6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7" name="Text Placeholder 39">
            <a:extLst>
              <a:ext uri="{FF2B5EF4-FFF2-40B4-BE49-F238E27FC236}">
                <ns2:creationId id="{003A0D2F-C885-4A47-1928-40B90FB7C66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96437" y="4524821"/>
            <a:ext cx="1259810" cy="345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8" name="Picture Placeholder 19">
            <a:extLst>
              <a:ext uri="{FF2B5EF4-FFF2-40B4-BE49-F238E27FC236}">
                <ns2:creationId id="{3DEC9F77-D88D-C762-2714-82340ABE7AB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76" y="4169855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9" name="Picture Placeholder 19">
            <a:extLst>
              <a:ext uri="{FF2B5EF4-FFF2-40B4-BE49-F238E27FC236}">
                <ns2:creationId id="{5852CFCC-02F8-EAC3-6663-601AD2097F86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9276" y="4524821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Text Placeholder 39">
            <a:extLst>
              <a:ext uri="{FF2B5EF4-FFF2-40B4-BE49-F238E27FC236}">
                <ns2:creationId id="{1671E4D7-55F4-65FF-E388-36DBF370C00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17259" y="5092878"/>
            <a:ext cx="1438987" cy="9316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1" name="Rounded Rectangle 26">
            <a:extLst>
              <a:ext uri="{FF2B5EF4-FFF2-40B4-BE49-F238E27FC236}">
                <ns2:creationId id="{5FC68B6A-62C6-1D55-839C-C6F299BC5595}"/>
              </a:ext>
            </a:extLst>
          </p:cNvPr>
          <p:cNvSpPr/>
          <p:nvPr userDrawn="1"/>
        </p:nvSpPr>
        <p:spPr>
          <a:xfrm flipH="1" flipV="1">
            <a:off x="2466684" y="3184588"/>
            <a:ext cx="1749674" cy="3005976"/>
          </a:xfrm>
          <a:prstGeom prst="round2SameRect">
            <a:avLst>
              <a:gd name="adj1" fmla="val 5235"/>
              <a:gd name="adj2" fmla="val 0"/>
            </a:avLst>
          </a:prstGeom>
          <a:solidFill>
            <a:srgbClr val="F0FA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22" name="Rounded Rectangle 26">
            <a:extLst>
              <a:ext uri="{FF2B5EF4-FFF2-40B4-BE49-F238E27FC236}">
                <ns2:creationId id="{E59CE5D2-D923-873D-286E-CDBEA68A2842}"/>
              </a:ext>
            </a:extLst>
          </p:cNvPr>
          <p:cNvSpPr/>
          <p:nvPr userDrawn="1"/>
        </p:nvSpPr>
        <p:spPr>
          <a:xfrm flipH="1" flipV="1">
            <a:off x="2466684" y="3184105"/>
            <a:ext cx="1749674" cy="8702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E285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lang="en-CN">
              <a:latin typeface="Clarity City"/>
              <a:ea typeface="OPPOSans R"/>
              <a:cs typeface="OPPOSans R"/>
            </a:endParaRPr>
          </a:p>
        </p:txBody>
      </p:sp>
      <p:sp>
        <p:nvSpPr>
          <p:cNvPr id="23" name="Picture Placeholder 9">
            <a:extLst>
              <a:ext uri="{FF2B5EF4-FFF2-40B4-BE49-F238E27FC236}">
                <ns2:creationId id="{D2BF2C3E-3957-16BD-4532-2291156638BE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2466684" y="1549400"/>
            <a:ext cx="1749425" cy="163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ns2:creationId id="{9CF47CB4-E8C8-1057-BF6D-DC76C5F3C2A3}"/>
              </a:ext>
            </a:extLst>
          </p:cNvPr>
          <p:cNvCxnSpPr>
            <a:cxnSpLocks/>
          </p:cNvCxnSpPr>
          <p:nvPr userDrawn="1"/>
        </p:nvCxnSpPr>
        <p:spPr>
          <a:xfrm>
            <a:off x="2622028" y="4981605"/>
            <a:ext cx="1438987" cy="0"/>
          </a:xfrm>
          <a:prstGeom prst="line">
            <a:avLst/>
          </a:prstGeom>
          <a:ln w="9525">
            <a:solidFill>
              <a:srgbClr val="9BA4B9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Placeholder 39">
            <a:extLst>
              <a:ext uri="{FF2B5EF4-FFF2-40B4-BE49-F238E27FC236}">
                <ns2:creationId id="{81773010-2B6D-6BB0-9CEB-D3698359268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559905" y="3270406"/>
            <a:ext cx="1573714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6" name="Text Placeholder 39">
            <a:extLst>
              <a:ext uri="{FF2B5EF4-FFF2-40B4-BE49-F238E27FC236}">
                <ns2:creationId id="{DAC62FCB-6D20-A39A-9CC2-A7C990FC885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559905" y="3518319"/>
            <a:ext cx="1573714" cy="4567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7" name="Text Placeholder 39">
            <a:extLst>
              <a:ext uri="{FF2B5EF4-FFF2-40B4-BE49-F238E27FC236}">
                <ns2:creationId id="{D3F3F02A-B45F-9C76-AE75-F7809AAF2AB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801205" y="4165636"/>
            <a:ext cx="1259810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6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8" name="Text Placeholder 39">
            <a:extLst>
              <a:ext uri="{FF2B5EF4-FFF2-40B4-BE49-F238E27FC236}">
                <ns2:creationId id="{F06E22D4-70F1-BDCC-23F1-78EB0DD0723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801205" y="4524821"/>
            <a:ext cx="1259810" cy="345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9" name="Picture Placeholder 19">
            <a:extLst>
              <a:ext uri="{FF2B5EF4-FFF2-40B4-BE49-F238E27FC236}">
                <ns2:creationId id="{FE6EC624-B007-FB0A-5BC7-74AB4EBC7A72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2544044" y="4169855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Picture Placeholder 19">
            <a:extLst>
              <a:ext uri="{FF2B5EF4-FFF2-40B4-BE49-F238E27FC236}">
                <ns2:creationId id="{374A00B5-AADB-1E58-8F78-1E6B98B30501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544044" y="4524821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Text Placeholder 39">
            <a:extLst>
              <a:ext uri="{FF2B5EF4-FFF2-40B4-BE49-F238E27FC236}">
                <ns2:creationId id="{CB57047F-5DE8-2120-38F3-5E287849282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622027" y="5092878"/>
            <a:ext cx="1438987" cy="9316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2" name="Rounded Rectangle 26">
            <a:extLst>
              <a:ext uri="{FF2B5EF4-FFF2-40B4-BE49-F238E27FC236}">
                <ns2:creationId id="{A6FD39ED-A983-B977-F679-9D492EBDC35F}"/>
              </a:ext>
            </a:extLst>
          </p:cNvPr>
          <p:cNvSpPr/>
          <p:nvPr userDrawn="1"/>
        </p:nvSpPr>
        <p:spPr>
          <a:xfrm flipH="1" flipV="1">
            <a:off x="4395535" y="3184168"/>
            <a:ext cx="1749674" cy="3005976"/>
          </a:xfrm>
          <a:prstGeom prst="round2SameRect">
            <a:avLst>
              <a:gd name="adj1" fmla="val 5235"/>
              <a:gd name="adj2" fmla="val 0"/>
            </a:avLst>
          </a:prstGeom>
          <a:solidFill>
            <a:srgbClr val="F0FA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33" name="Rounded Rectangle 26">
            <a:extLst>
              <a:ext uri="{FF2B5EF4-FFF2-40B4-BE49-F238E27FC236}">
                <ns2:creationId id="{7AA89847-BEEC-B747-9913-1E83D03B1337}"/>
              </a:ext>
            </a:extLst>
          </p:cNvPr>
          <p:cNvSpPr/>
          <p:nvPr userDrawn="1"/>
        </p:nvSpPr>
        <p:spPr>
          <a:xfrm flipH="1" flipV="1">
            <a:off x="4395535" y="3183685"/>
            <a:ext cx="1749674" cy="8702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E285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lang="en-CN">
              <a:latin typeface="Clarity City"/>
              <a:ea typeface="OPPOSans R"/>
              <a:cs typeface="OPPOSans R"/>
            </a:endParaRPr>
          </a:p>
        </p:txBody>
      </p:sp>
      <p:sp>
        <p:nvSpPr>
          <p:cNvPr id="34" name="Picture Placeholder 9">
            <a:extLst>
              <a:ext uri="{FF2B5EF4-FFF2-40B4-BE49-F238E27FC236}">
                <ns2:creationId id="{3788BBF1-0346-ABCA-AC6D-E27F1F8D8BEA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395535" y="1548980"/>
            <a:ext cx="1749425" cy="163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ns2:creationId id="{90793C9E-06EA-F706-56B5-EB863B06EF0F}"/>
              </a:ext>
            </a:extLst>
          </p:cNvPr>
          <p:cNvCxnSpPr>
            <a:cxnSpLocks/>
          </p:cNvCxnSpPr>
          <p:nvPr userDrawn="1"/>
        </p:nvCxnSpPr>
        <p:spPr>
          <a:xfrm>
            <a:off x="4550879" y="4981185"/>
            <a:ext cx="1438987" cy="0"/>
          </a:xfrm>
          <a:prstGeom prst="line">
            <a:avLst/>
          </a:prstGeom>
          <a:ln w="9525">
            <a:solidFill>
              <a:srgbClr val="9BA4B9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 Placeholder 39">
            <a:extLst>
              <a:ext uri="{FF2B5EF4-FFF2-40B4-BE49-F238E27FC236}">
                <ns2:creationId id="{F618EFC7-AABD-721A-D7B1-490BDC18EFEC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488756" y="3269986"/>
            <a:ext cx="1573714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7" name="Text Placeholder 39">
            <a:extLst>
              <a:ext uri="{FF2B5EF4-FFF2-40B4-BE49-F238E27FC236}">
                <ns2:creationId id="{B87B1420-28B0-9AFD-6582-B429834F429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488756" y="3517899"/>
            <a:ext cx="1573714" cy="4567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8" name="Text Placeholder 39">
            <a:extLst>
              <a:ext uri="{FF2B5EF4-FFF2-40B4-BE49-F238E27FC236}">
                <ns2:creationId id="{4D7F144B-BFB2-F76D-4A31-28538FDFC2C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730056" y="4165216"/>
            <a:ext cx="1259810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6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9" name="Text Placeholder 39">
            <a:extLst>
              <a:ext uri="{FF2B5EF4-FFF2-40B4-BE49-F238E27FC236}">
                <ns2:creationId id="{88F0A76B-50D4-3F46-5152-216C0452067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730056" y="4524401"/>
            <a:ext cx="1259810" cy="345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0" name="Picture Placeholder 19">
            <a:extLst>
              <a:ext uri="{FF2B5EF4-FFF2-40B4-BE49-F238E27FC236}">
                <ns2:creationId id="{EBA09FC8-199D-97D9-46C4-144D3659B2E5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4472895" y="4169435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1" name="Picture Placeholder 19">
            <a:extLst>
              <a:ext uri="{FF2B5EF4-FFF2-40B4-BE49-F238E27FC236}">
                <ns2:creationId id="{789E1F76-FD92-2E76-F962-E62CBA35238A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4472895" y="4524401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Text Placeholder 39">
            <a:extLst>
              <a:ext uri="{FF2B5EF4-FFF2-40B4-BE49-F238E27FC236}">
                <ns2:creationId id="{135081D5-59D3-B478-95DA-D6FCB248759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550878" y="5092458"/>
            <a:ext cx="1438987" cy="9316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3" name="Rounded Rectangle 26">
            <a:extLst>
              <a:ext uri="{FF2B5EF4-FFF2-40B4-BE49-F238E27FC236}">
                <ns2:creationId id="{91BBE414-7339-9A7B-3F2C-54110EDAC135}"/>
              </a:ext>
            </a:extLst>
          </p:cNvPr>
          <p:cNvSpPr/>
          <p:nvPr userDrawn="1"/>
        </p:nvSpPr>
        <p:spPr>
          <a:xfrm flipH="1" flipV="1">
            <a:off x="6324137" y="3183748"/>
            <a:ext cx="1749674" cy="3005976"/>
          </a:xfrm>
          <a:prstGeom prst="round2SameRect">
            <a:avLst>
              <a:gd name="adj1" fmla="val 5235"/>
              <a:gd name="adj2" fmla="val 0"/>
            </a:avLst>
          </a:prstGeom>
          <a:solidFill>
            <a:srgbClr val="F0FA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44" name="Rounded Rectangle 26">
            <a:extLst>
              <a:ext uri="{FF2B5EF4-FFF2-40B4-BE49-F238E27FC236}">
                <ns2:creationId id="{2507BB44-567D-614B-C0B9-33EEC5820943}"/>
              </a:ext>
            </a:extLst>
          </p:cNvPr>
          <p:cNvSpPr/>
          <p:nvPr userDrawn="1"/>
        </p:nvSpPr>
        <p:spPr>
          <a:xfrm flipH="1" flipV="1">
            <a:off x="6324137" y="3183265"/>
            <a:ext cx="1749674" cy="8702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E285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lang="en-CN">
              <a:latin typeface="Clarity City"/>
              <a:ea typeface="OPPOSans R"/>
              <a:cs typeface="OPPOSans R"/>
            </a:endParaRPr>
          </a:p>
        </p:txBody>
      </p:sp>
      <p:sp>
        <p:nvSpPr>
          <p:cNvPr id="45" name="Picture Placeholder 9">
            <a:extLst>
              <a:ext uri="{FF2B5EF4-FFF2-40B4-BE49-F238E27FC236}">
                <ns2:creationId id="{5476764E-BD11-82D0-BF7D-B368695543B2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6324137" y="1548560"/>
            <a:ext cx="1749425" cy="163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ns2:creationId id="{4CCD2073-4CFE-30CC-DAAF-63FB96D9CD1E}"/>
              </a:ext>
            </a:extLst>
          </p:cNvPr>
          <p:cNvCxnSpPr>
            <a:cxnSpLocks/>
          </p:cNvCxnSpPr>
          <p:nvPr userDrawn="1"/>
        </p:nvCxnSpPr>
        <p:spPr>
          <a:xfrm>
            <a:off x="6479481" y="4980765"/>
            <a:ext cx="1438987" cy="0"/>
          </a:xfrm>
          <a:prstGeom prst="line">
            <a:avLst/>
          </a:prstGeom>
          <a:ln w="9525">
            <a:solidFill>
              <a:srgbClr val="9BA4B9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 Placeholder 39">
            <a:extLst>
              <a:ext uri="{FF2B5EF4-FFF2-40B4-BE49-F238E27FC236}">
                <ns2:creationId id="{BF418EE3-F065-0066-8AE4-B5AB1C846D8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417358" y="3269566"/>
            <a:ext cx="1573714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8" name="Text Placeholder 39">
            <a:extLst>
              <a:ext uri="{FF2B5EF4-FFF2-40B4-BE49-F238E27FC236}">
                <ns2:creationId id="{673684C0-4B90-4EA1-878F-5F89D90439F4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6417358" y="3517479"/>
            <a:ext cx="1573714" cy="4567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9" name="Text Placeholder 39">
            <a:extLst>
              <a:ext uri="{FF2B5EF4-FFF2-40B4-BE49-F238E27FC236}">
                <ns2:creationId id="{F1D90D9E-FC02-25A6-CDD0-EE0B04A6701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6658658" y="4164796"/>
            <a:ext cx="1259810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6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50" name="Text Placeholder 39">
            <a:extLst>
              <a:ext uri="{FF2B5EF4-FFF2-40B4-BE49-F238E27FC236}">
                <ns2:creationId id="{297741BC-1A21-9EA7-9FB8-24FCA27C9258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658658" y="4523981"/>
            <a:ext cx="1259810" cy="345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1" name="Picture Placeholder 19">
            <a:extLst>
              <a:ext uri="{FF2B5EF4-FFF2-40B4-BE49-F238E27FC236}">
                <ns2:creationId id="{8933AD98-849B-FDC1-7232-0F2A5F248267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6401497" y="4169015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2" name="Picture Placeholder 19">
            <a:extLst>
              <a:ext uri="{FF2B5EF4-FFF2-40B4-BE49-F238E27FC236}">
                <ns2:creationId id="{184888D1-C7F8-55B4-AE46-75CB0AB7D860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6401497" y="4523981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3" name="Text Placeholder 39">
            <a:extLst>
              <a:ext uri="{FF2B5EF4-FFF2-40B4-BE49-F238E27FC236}">
                <ns2:creationId id="{15CAA95B-5244-8517-D38E-4948D330C09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6479480" y="5092038"/>
            <a:ext cx="1438987" cy="9316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4" name="Rounded Rectangle 26">
            <a:extLst>
              <a:ext uri="{FF2B5EF4-FFF2-40B4-BE49-F238E27FC236}">
                <ns2:creationId id="{8D951907-BF9A-AE71-3D18-3EEFDFF57A53}"/>
              </a:ext>
            </a:extLst>
          </p:cNvPr>
          <p:cNvSpPr/>
          <p:nvPr userDrawn="1"/>
        </p:nvSpPr>
        <p:spPr>
          <a:xfrm flipH="1" flipV="1">
            <a:off x="8253236" y="3183748"/>
            <a:ext cx="1749674" cy="3005976"/>
          </a:xfrm>
          <a:prstGeom prst="round2SameRect">
            <a:avLst>
              <a:gd name="adj1" fmla="val 5235"/>
              <a:gd name="adj2" fmla="val 0"/>
            </a:avLst>
          </a:prstGeom>
          <a:solidFill>
            <a:srgbClr val="F0FA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5" name="Rounded Rectangle 26">
            <a:extLst>
              <a:ext uri="{FF2B5EF4-FFF2-40B4-BE49-F238E27FC236}">
                <ns2:creationId id="{4C030DF8-6697-78CD-D617-EAEA798FF06D}"/>
              </a:ext>
            </a:extLst>
          </p:cNvPr>
          <p:cNvSpPr/>
          <p:nvPr userDrawn="1"/>
        </p:nvSpPr>
        <p:spPr>
          <a:xfrm flipH="1" flipV="1">
            <a:off x="8253236" y="3183265"/>
            <a:ext cx="1749674" cy="8702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E285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lang="en-CN">
              <a:latin typeface="Clarity City"/>
              <a:ea typeface="OPPOSans R"/>
              <a:cs typeface="OPPOSans R"/>
            </a:endParaRPr>
          </a:p>
        </p:txBody>
      </p:sp>
      <p:sp>
        <p:nvSpPr>
          <p:cNvPr id="56" name="Picture Placeholder 9">
            <a:extLst>
              <a:ext uri="{FF2B5EF4-FFF2-40B4-BE49-F238E27FC236}">
                <ns2:creationId id="{51135040-522E-DCFA-1C02-24F8D19D7A54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>
          <a:xfrm>
            <a:off x="8253236" y="1548560"/>
            <a:ext cx="1749425" cy="163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ns2:creationId id="{E530B86C-F939-DEFC-7277-0E1F157D6C93}"/>
              </a:ext>
            </a:extLst>
          </p:cNvPr>
          <p:cNvCxnSpPr>
            <a:cxnSpLocks/>
          </p:cNvCxnSpPr>
          <p:nvPr userDrawn="1"/>
        </p:nvCxnSpPr>
        <p:spPr>
          <a:xfrm>
            <a:off x="8408580" y="4980765"/>
            <a:ext cx="1438987" cy="0"/>
          </a:xfrm>
          <a:prstGeom prst="line">
            <a:avLst/>
          </a:prstGeom>
          <a:ln w="9525">
            <a:solidFill>
              <a:srgbClr val="9BA4B9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 Placeholder 39">
            <a:extLst>
              <a:ext uri="{FF2B5EF4-FFF2-40B4-BE49-F238E27FC236}">
                <ns2:creationId id="{68675DC6-A446-E7B9-50F4-247BE7A34FD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346457" y="3269566"/>
            <a:ext cx="1573714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59" name="Text Placeholder 39">
            <a:extLst>
              <a:ext uri="{FF2B5EF4-FFF2-40B4-BE49-F238E27FC236}">
                <ns2:creationId id="{45B56411-A7AC-ED14-01CC-50A361B5D72E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346457" y="3517479"/>
            <a:ext cx="1573714" cy="4567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60" name="Text Placeholder 39">
            <a:extLst>
              <a:ext uri="{FF2B5EF4-FFF2-40B4-BE49-F238E27FC236}">
                <ns2:creationId id="{7E598623-9673-028C-E1F3-33A54D05696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587757" y="4164796"/>
            <a:ext cx="1259810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6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61" name="Text Placeholder 39">
            <a:extLst>
              <a:ext uri="{FF2B5EF4-FFF2-40B4-BE49-F238E27FC236}">
                <ns2:creationId id="{F38C82D3-518C-9B51-9903-50B1D5B385B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587757" y="4523981"/>
            <a:ext cx="1259810" cy="345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62" name="Picture Placeholder 19">
            <a:extLst>
              <a:ext uri="{FF2B5EF4-FFF2-40B4-BE49-F238E27FC236}">
                <ns2:creationId id="{20ECF646-CABE-D9A3-639F-3A3F0755A70D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8330596" y="4169015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3" name="Picture Placeholder 19">
            <a:extLst>
              <a:ext uri="{FF2B5EF4-FFF2-40B4-BE49-F238E27FC236}">
                <ns2:creationId id="{C48908A1-C2EB-E5F4-98BB-C039BB205C45}"/>
              </a:ext>
            </a:extLst>
          </p:cNvPr>
          <p:cNvSpPr>
            <a:spLocks noGrp="1"/>
          </p:cNvSpPr>
          <p:nvPr>
            <p:ph type="pic" sz="quarter" idx="101"/>
          </p:nvPr>
        </p:nvSpPr>
        <p:spPr>
          <a:xfrm>
            <a:off x="8330596" y="4523981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4" name="Text Placeholder 39">
            <a:extLst>
              <a:ext uri="{FF2B5EF4-FFF2-40B4-BE49-F238E27FC236}">
                <ns2:creationId id="{53CC7D71-A4F2-3059-242F-71B8524001EA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8408579" y="5092038"/>
            <a:ext cx="1438987" cy="9316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65" name="Rounded Rectangle 26">
            <a:extLst>
              <a:ext uri="{FF2B5EF4-FFF2-40B4-BE49-F238E27FC236}">
                <ns2:creationId id="{6FB52D0B-96D0-DDBC-247D-B59B7F85730B}"/>
              </a:ext>
            </a:extLst>
          </p:cNvPr>
          <p:cNvSpPr/>
          <p:nvPr userDrawn="1"/>
        </p:nvSpPr>
        <p:spPr>
          <a:xfrm flipH="1" flipV="1">
            <a:off x="10168641" y="3183328"/>
            <a:ext cx="1749674" cy="3005976"/>
          </a:xfrm>
          <a:prstGeom prst="round2SameRect">
            <a:avLst>
              <a:gd name="adj1" fmla="val 5235"/>
              <a:gd name="adj2" fmla="val 0"/>
            </a:avLst>
          </a:prstGeom>
          <a:solidFill>
            <a:srgbClr val="F0FA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66" name="Rounded Rectangle 26">
            <a:extLst>
              <a:ext uri="{FF2B5EF4-FFF2-40B4-BE49-F238E27FC236}">
                <ns2:creationId id="{E231730E-90E0-55B4-341F-8E79F0EA72B3}"/>
              </a:ext>
            </a:extLst>
          </p:cNvPr>
          <p:cNvSpPr/>
          <p:nvPr userDrawn="1"/>
        </p:nvSpPr>
        <p:spPr>
          <a:xfrm flipH="1" flipV="1">
            <a:off x="10168641" y="3182845"/>
            <a:ext cx="1749674" cy="8702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E285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lang="en-CN">
              <a:latin typeface="Clarity City"/>
              <a:ea typeface="OPPOSans R"/>
              <a:cs typeface="OPPOSans R"/>
            </a:endParaRPr>
          </a:p>
        </p:txBody>
      </p:sp>
      <p:sp>
        <p:nvSpPr>
          <p:cNvPr id="67" name="Picture Placeholder 9">
            <a:extLst>
              <a:ext uri="{FF2B5EF4-FFF2-40B4-BE49-F238E27FC236}">
                <ns2:creationId id="{C424FA19-54E1-C4B9-EE6A-07A1ECE87768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10168641" y="1548140"/>
            <a:ext cx="1749425" cy="163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ns2:creationId id="{033BA407-BE40-3457-6BCE-972FFB2152D3}"/>
              </a:ext>
            </a:extLst>
          </p:cNvPr>
          <p:cNvCxnSpPr>
            <a:cxnSpLocks/>
          </p:cNvCxnSpPr>
          <p:nvPr userDrawn="1"/>
        </p:nvCxnSpPr>
        <p:spPr>
          <a:xfrm>
            <a:off x="10323985" y="4980345"/>
            <a:ext cx="1438987" cy="0"/>
          </a:xfrm>
          <a:prstGeom prst="line">
            <a:avLst/>
          </a:prstGeom>
          <a:ln w="9525">
            <a:solidFill>
              <a:srgbClr val="9BA4B9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 Placeholder 39">
            <a:extLst>
              <a:ext uri="{FF2B5EF4-FFF2-40B4-BE49-F238E27FC236}">
                <ns2:creationId id="{35544FEB-3E4F-717E-45AD-0E6CFC7D0D54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0261862" y="3269146"/>
            <a:ext cx="1573714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70" name="Text Placeholder 39">
            <a:extLst>
              <a:ext uri="{FF2B5EF4-FFF2-40B4-BE49-F238E27FC236}">
                <ns2:creationId id="{3BF0DD1E-3418-06BC-F1ED-A9C2DB36A01D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0261862" y="3517059"/>
            <a:ext cx="1573714" cy="4567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71" name="Text Placeholder 39">
            <a:extLst>
              <a:ext uri="{FF2B5EF4-FFF2-40B4-BE49-F238E27FC236}">
                <ns2:creationId id="{C88DBE60-F394-0F32-E1AA-E36C29E8621C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0503162" y="4164376"/>
            <a:ext cx="1259810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6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72" name="Text Placeholder 39">
            <a:extLst>
              <a:ext uri="{FF2B5EF4-FFF2-40B4-BE49-F238E27FC236}">
                <ns2:creationId id="{4FF0E976-77C6-56A5-19C9-40367F8A69F0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0503162" y="4523561"/>
            <a:ext cx="1259810" cy="3455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73" name="Picture Placeholder 19">
            <a:extLst>
              <a:ext uri="{FF2B5EF4-FFF2-40B4-BE49-F238E27FC236}">
                <ns2:creationId id="{9ADA5A80-0DAB-DB86-44F1-70DF196A1E63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10246001" y="4168595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4" name="Picture Placeholder 19">
            <a:extLst>
              <a:ext uri="{FF2B5EF4-FFF2-40B4-BE49-F238E27FC236}">
                <ns2:creationId id="{F25166C2-BD2D-B665-D232-F96705EC8BCB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10246001" y="4523561"/>
            <a:ext cx="203636" cy="203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5" name="Text Placeholder 39">
            <a:extLst>
              <a:ext uri="{FF2B5EF4-FFF2-40B4-BE49-F238E27FC236}">
                <ns2:creationId id="{9FF59493-9485-B27B-3E30-8DE91A3CC09B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0323984" y="5091618"/>
            <a:ext cx="1438987" cy="9316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3:creationId val="1013904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Mixed Content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8CD41EA3-EC28-6C12-69B8-327ED1163B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89F8A439-79C9-4434-7ED4-3A51FFC51A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文本占位符 6">
            <a:extLst>
              <a:ext uri="{FF2B5EF4-FFF2-40B4-BE49-F238E27FC236}">
                <ns2:creationId id="{A177E964-32F6-1EC0-A7AC-6F9B7C750B8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121" y="1587934"/>
            <a:ext cx="10066837" cy="635160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" name="Rounded Rectangle 26">
            <a:extLst>
              <a:ext uri="{FF2B5EF4-FFF2-40B4-BE49-F238E27FC236}">
                <ns2:creationId id="{C8C7A294-723A-20B4-046D-71ED47807CEC}"/>
              </a:ext>
            </a:extLst>
          </p:cNvPr>
          <p:cNvSpPr/>
          <p:nvPr userDrawn="1"/>
        </p:nvSpPr>
        <p:spPr>
          <a:xfrm>
            <a:off x="551121" y="2368673"/>
            <a:ext cx="6518419" cy="1998611"/>
          </a:xfrm>
          <a:prstGeom prst="roundRect">
            <a:avLst>
              <a:gd name="adj" fmla="val 0"/>
            </a:avLst>
          </a:prstGeom>
          <a:solidFill>
            <a:srgbClr val="F8F8FD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文本占位符 6">
            <a:extLst>
              <a:ext uri="{FF2B5EF4-FFF2-40B4-BE49-F238E27FC236}">
                <ns2:creationId id="{3EDDF3A0-C7DE-F652-320E-6BD49EB655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3560" y="2847831"/>
            <a:ext cx="3081461" cy="135567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2" name="Text Placeholder 39">
            <a:extLst>
              <a:ext uri="{FF2B5EF4-FFF2-40B4-BE49-F238E27FC236}">
                <ns2:creationId id="{902BD7BF-6176-86C0-A5E7-C7859559D8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3560" y="2526799"/>
            <a:ext cx="3081461" cy="2846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3" name="文本占位符 6">
            <a:extLst>
              <a:ext uri="{FF2B5EF4-FFF2-40B4-BE49-F238E27FC236}">
                <ns2:creationId id="{5B279D08-79EF-275A-25F4-5478BBEB2CB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064609" y="2847831"/>
            <a:ext cx="2831492" cy="135567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4" name="Text Placeholder 39">
            <a:extLst>
              <a:ext uri="{FF2B5EF4-FFF2-40B4-BE49-F238E27FC236}">
                <ns2:creationId id="{6EC46A47-0962-20F2-2397-32E401B0491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064609" y="2526799"/>
            <a:ext cx="2831492" cy="2846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5" name="文本占位符 49">
            <a:extLst>
              <a:ext uri="{FF2B5EF4-FFF2-40B4-BE49-F238E27FC236}">
                <ns2:creationId id="{B1B80F95-3CB4-684B-7E41-B036EDFAB7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271978" y="2385067"/>
            <a:ext cx="3758229" cy="462764"/>
          </a:xfrm>
          <a:prstGeom prst="roundRect">
            <a:avLst>
              <a:gd name="adj" fmla="val 0"/>
            </a:avLst>
          </a:prstGeom>
          <a:solidFill>
            <a:srgbClr val="4162EB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9" name="Rounded Rectangle 26">
            <a:extLst>
              <a:ext uri="{FF2B5EF4-FFF2-40B4-BE49-F238E27FC236}">
                <ns2:creationId id="{D5AC58C4-9863-63DF-E3CC-E93FD9BD5064}"/>
              </a:ext>
            </a:extLst>
          </p:cNvPr>
          <p:cNvSpPr/>
          <p:nvPr userDrawn="1"/>
        </p:nvSpPr>
        <p:spPr>
          <a:xfrm>
            <a:off x="7271977" y="2881313"/>
            <a:ext cx="3758229" cy="1485971"/>
          </a:xfrm>
          <a:prstGeom prst="roundRect">
            <a:avLst>
              <a:gd name="adj" fmla="val 0"/>
            </a:avLst>
          </a:prstGeom>
          <a:solidFill>
            <a:srgbClr val="F0FAF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文本占位符 6">
            <a:extLst>
              <a:ext uri="{FF2B5EF4-FFF2-40B4-BE49-F238E27FC236}">
                <ns2:creationId id="{51300203-0FE6-1441-A0B7-50845E38C70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446251" y="3009805"/>
            <a:ext cx="3463049" cy="119370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1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1" name="Rounded Rectangle 26">
            <a:extLst>
              <a:ext uri="{FF2B5EF4-FFF2-40B4-BE49-F238E27FC236}">
                <ns2:creationId id="{9A369E23-522E-F05A-81A5-93EFCB4D8093}"/>
              </a:ext>
            </a:extLst>
          </p:cNvPr>
          <p:cNvSpPr/>
          <p:nvPr userDrawn="1"/>
        </p:nvSpPr>
        <p:spPr>
          <a:xfrm>
            <a:off x="551121" y="4525410"/>
            <a:ext cx="3374136" cy="1556078"/>
          </a:xfrm>
          <a:prstGeom prst="roundRect">
            <a:avLst>
              <a:gd name="adj" fmla="val 5201"/>
            </a:avLst>
          </a:prstGeom>
          <a:solidFill>
            <a:srgbClr val="1E285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25" name="文本占位符 6">
            <a:extLst>
              <a:ext uri="{FF2B5EF4-FFF2-40B4-BE49-F238E27FC236}">
                <ns2:creationId id="{1CA28688-1A63-22C5-BDD7-0526043DE75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144086" y="4981431"/>
            <a:ext cx="2618289" cy="96216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6" name="Text Placeholder 39">
            <a:extLst>
              <a:ext uri="{FF2B5EF4-FFF2-40B4-BE49-F238E27FC236}">
                <ns2:creationId id="{9F2F4FBD-18B6-CAC9-2768-4CAB5360FE2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44086" y="4660399"/>
            <a:ext cx="2618289" cy="2846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27" name="Oval 26">
            <a:extLst>
              <a:ext uri="{FF2B5EF4-FFF2-40B4-BE49-F238E27FC236}">
                <ns2:creationId id="{866EB601-D509-D48B-4BAB-639B79879105}"/>
              </a:ext>
            </a:extLst>
          </p:cNvPr>
          <p:cNvSpPr/>
          <p:nvPr userDrawn="1"/>
        </p:nvSpPr>
        <p:spPr>
          <a:xfrm rot="10800000">
            <a:off x="646536" y="4611175"/>
            <a:ext cx="401216" cy="401216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8" name="Picture Placeholder 19">
            <a:extLst>
              <a:ext uri="{FF2B5EF4-FFF2-40B4-BE49-F238E27FC236}">
                <ns2:creationId id="{14380E3C-312C-1557-978F-BE951C82502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33321" y="4697961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9" name="Rounded Rectangle 26">
            <a:extLst>
              <a:ext uri="{FF2B5EF4-FFF2-40B4-BE49-F238E27FC236}">
                <ns2:creationId id="{0B22A321-72EA-5392-64CB-212D9B5B1280}"/>
              </a:ext>
            </a:extLst>
          </p:cNvPr>
          <p:cNvSpPr/>
          <p:nvPr userDrawn="1"/>
        </p:nvSpPr>
        <p:spPr>
          <a:xfrm>
            <a:off x="4090009" y="4526925"/>
            <a:ext cx="3374136" cy="1556078"/>
          </a:xfrm>
          <a:prstGeom prst="roundRect">
            <a:avLst>
              <a:gd name="adj" fmla="val 5201"/>
            </a:avLst>
          </a:prstGeom>
          <a:solidFill>
            <a:srgbClr val="1E285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文本占位符 6">
            <a:extLst>
              <a:ext uri="{FF2B5EF4-FFF2-40B4-BE49-F238E27FC236}">
                <ns2:creationId id="{B41C576E-E71C-8CF4-686A-02B31D7E79FA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82974" y="4982946"/>
            <a:ext cx="2618289" cy="96216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1" name="Text Placeholder 39">
            <a:extLst>
              <a:ext uri="{FF2B5EF4-FFF2-40B4-BE49-F238E27FC236}">
                <ns2:creationId id="{61C1FFB4-8E5C-00C1-89B4-EC8FD2DEE35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682974" y="4661914"/>
            <a:ext cx="2618289" cy="2846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2" name="Oval 31">
            <a:extLst>
              <a:ext uri="{FF2B5EF4-FFF2-40B4-BE49-F238E27FC236}">
                <ns2:creationId id="{600F40F7-C555-243A-3B22-FF522DD9FD7B}"/>
              </a:ext>
            </a:extLst>
          </p:cNvPr>
          <p:cNvSpPr/>
          <p:nvPr userDrawn="1"/>
        </p:nvSpPr>
        <p:spPr>
          <a:xfrm rot="10800000">
            <a:off x="4185424" y="4612690"/>
            <a:ext cx="401216" cy="401216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33" name="Rounded Rectangle 26">
            <a:extLst>
              <a:ext uri="{FF2B5EF4-FFF2-40B4-BE49-F238E27FC236}">
                <ns2:creationId id="{451D9347-45C2-A26A-3BF0-F8F2D55D41CB}"/>
              </a:ext>
            </a:extLst>
          </p:cNvPr>
          <p:cNvSpPr/>
          <p:nvPr userDrawn="1"/>
        </p:nvSpPr>
        <p:spPr>
          <a:xfrm>
            <a:off x="7656070" y="4525410"/>
            <a:ext cx="3374136" cy="1556078"/>
          </a:xfrm>
          <a:prstGeom prst="roundRect">
            <a:avLst>
              <a:gd name="adj" fmla="val 5201"/>
            </a:avLst>
          </a:prstGeom>
          <a:solidFill>
            <a:srgbClr val="1E285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34" name="文本占位符 6">
            <a:extLst>
              <a:ext uri="{FF2B5EF4-FFF2-40B4-BE49-F238E27FC236}">
                <ns2:creationId id="{F1A27DC5-ADDA-4A27-0DBC-AF0E82BF527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249035" y="4981431"/>
            <a:ext cx="2618289" cy="96216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492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larity City" panose="020B0604020202020204" pitchFamily="34" charset="0"/>
              <a:buNone/>
              <a:tabLst/>
              <a:defRPr lang="zh-CN" altLang="en-US" sz="11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5" name="Text Placeholder 39">
            <a:extLst>
              <a:ext uri="{FF2B5EF4-FFF2-40B4-BE49-F238E27FC236}">
                <ns2:creationId id="{06DF4790-B294-5844-18E9-7A3137060E0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249035" y="4660399"/>
            <a:ext cx="2618289" cy="2846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6" name="Oval 35">
            <a:extLst>
              <a:ext uri="{FF2B5EF4-FFF2-40B4-BE49-F238E27FC236}">
                <ns2:creationId id="{A740DF0F-0488-E6C5-BD19-644382A1BF49}"/>
              </a:ext>
            </a:extLst>
          </p:cNvPr>
          <p:cNvSpPr/>
          <p:nvPr userDrawn="1"/>
        </p:nvSpPr>
        <p:spPr>
          <a:xfrm rot="10800000">
            <a:off x="7751485" y="4611175"/>
            <a:ext cx="401216" cy="401216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38" name="Picture Placeholder 19">
            <a:extLst>
              <a:ext uri="{FF2B5EF4-FFF2-40B4-BE49-F238E27FC236}">
                <ns2:creationId id="{25E675E5-758B-F362-9991-4CB492E54EF1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72209" y="4699476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9" name="Picture Placeholder 19">
            <a:extLst>
              <a:ext uri="{FF2B5EF4-FFF2-40B4-BE49-F238E27FC236}">
                <ns2:creationId id="{6187AA28-117A-DBE3-EC4E-06FA900117DD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7838270" y="4697961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9450430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7" descr="张着嘴&#10;&#10;低可信度描述已自动生成">
            <a:extLst>
              <a:ext uri="{FF2B5EF4-FFF2-40B4-BE49-F238E27FC236}">
                <ns2:creationId id="{D51D2E87-4525-E1BF-5800-EC46F363DCBE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占位符 6">
            <a:extLst>
              <a:ext uri="{FF2B5EF4-FFF2-40B4-BE49-F238E27FC236}">
                <ns2:creationId id="{75929BFE-5D9B-EFB1-4E3D-0090051D7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4663" y="4107545"/>
            <a:ext cx="4891736" cy="60960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600" i="0" kern="1200" dirty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grpSp>
        <p:nvGrpSpPr>
          <p:cNvPr id="5" name="Group 4">
            <a:extLst>
              <a:ext uri="{FF2B5EF4-FFF2-40B4-BE49-F238E27FC236}">
                <ns2:creationId id="{158D6184-777B-9558-E147-B8CD29E4A842}"/>
              </a:ext>
            </a:extLst>
          </p:cNvPr>
          <p:cNvGrpSpPr/>
          <p:nvPr userDrawn="1"/>
        </p:nvGrpSpPr>
        <p:grpSpPr>
          <a:xfrm>
            <a:off x="7194662" y="1065675"/>
            <a:ext cx="3065570" cy="472441"/>
            <a:chOff x="779679" y="451506"/>
            <a:chExt cx="3065570" cy="472441"/>
          </a:xfrm>
        </p:grpSpPr>
        <p:grpSp>
          <p:nvGrpSpPr>
            <p:cNvPr id="6" name="组合 16">
              <a:extLst>
                <a:ext uri="{FF2B5EF4-FFF2-40B4-BE49-F238E27FC236}">
                  <ns2:creationId id="{22F440E7-E6D5-B736-B4AC-A7A61224A4B1}"/>
                </a:ext>
              </a:extLst>
            </p:cNvPr>
            <p:cNvGrpSpPr/>
            <p:nvPr/>
          </p:nvGrpSpPr>
          <p:grpSpPr>
            <a:xfrm>
              <a:off x="779679" y="522949"/>
              <a:ext cx="1347886" cy="329555"/>
              <a:chOff x="1282700" y="2671006"/>
              <a:chExt cx="4269740" cy="1043940"/>
            </a:xfrm>
          </p:grpSpPr>
          <p:pic>
            <p:nvPicPr>
              <p:cNvPr id="8" name="object 5">
                <a:extLst>
                  <a:ext uri="{FF2B5EF4-FFF2-40B4-BE49-F238E27FC236}">
                    <ns2:creationId id="{F229341F-0ABF-FB92-2740-85303782CBE2}"/>
                  </a:ext>
                </a:extLst>
              </p:cNvPr>
              <p:cNvPicPr/>
              <p:nvPr/>
            </p:nvPicPr>
            <p:blipFill>
              <a:blip ns3:embed="rId3" cstate="print"/>
              <a:stretch>
                <a:fillRect/>
              </a:stretch>
            </p:blipFill>
            <p:spPr>
              <a:xfrm>
                <a:off x="4329364" y="2717557"/>
                <a:ext cx="127346" cy="127336"/>
              </a:xfrm>
              <a:prstGeom prst="rect">
                <a:avLst/>
              </a:prstGeom>
            </p:spPr>
          </p:pic>
          <p:sp>
            <p:nvSpPr>
              <p:cNvPr id="9" name="object 6">
                <a:extLst>
                  <a:ext uri="{FF2B5EF4-FFF2-40B4-BE49-F238E27FC236}">
                    <ns2:creationId id="{18386450-EC90-67CF-9AC1-FCC173D94EF6}"/>
                  </a:ext>
                </a:extLst>
              </p:cNvPr>
              <p:cNvSpPr/>
              <p:nvPr/>
            </p:nvSpPr>
            <p:spPr>
              <a:xfrm>
                <a:off x="1282700" y="2671006"/>
                <a:ext cx="4269740" cy="1043940"/>
              </a:xfrm>
              <a:custGeom>
                <a:avLst/>
                <a:gdLst/>
                <a:ahLst/>
                <a:cxnLst/>
                <a:rect l="l" t="t" r="r" b="b"/>
                <a:pathLst>
                  <a:path w="4269740" h="1043939">
                    <a:moveTo>
                      <a:pt x="1024140" y="201244"/>
                    </a:moveTo>
                    <a:lnTo>
                      <a:pt x="987971" y="170307"/>
                    </a:lnTo>
                    <a:lnTo>
                      <a:pt x="949312" y="141185"/>
                    </a:lnTo>
                    <a:lnTo>
                      <a:pt x="908316" y="114109"/>
                    </a:lnTo>
                    <a:lnTo>
                      <a:pt x="865124" y="89319"/>
                    </a:lnTo>
                    <a:lnTo>
                      <a:pt x="819912" y="67056"/>
                    </a:lnTo>
                    <a:lnTo>
                      <a:pt x="772820" y="47561"/>
                    </a:lnTo>
                    <a:lnTo>
                      <a:pt x="724001" y="31076"/>
                    </a:lnTo>
                    <a:lnTo>
                      <a:pt x="673608" y="17843"/>
                    </a:lnTo>
                    <a:lnTo>
                      <a:pt x="621817" y="8089"/>
                    </a:lnTo>
                    <a:lnTo>
                      <a:pt x="568744" y="2057"/>
                    </a:lnTo>
                    <a:lnTo>
                      <a:pt x="514578" y="0"/>
                    </a:lnTo>
                    <a:lnTo>
                      <a:pt x="459562" y="2057"/>
                    </a:lnTo>
                    <a:lnTo>
                      <a:pt x="405726" y="8089"/>
                    </a:lnTo>
                    <a:lnTo>
                      <a:pt x="353237" y="17843"/>
                    </a:lnTo>
                    <a:lnTo>
                      <a:pt x="302234" y="31076"/>
                    </a:lnTo>
                    <a:lnTo>
                      <a:pt x="252882" y="47561"/>
                    </a:lnTo>
                    <a:lnTo>
                      <a:pt x="205333" y="67056"/>
                    </a:lnTo>
                    <a:lnTo>
                      <a:pt x="159753" y="89319"/>
                    </a:lnTo>
                    <a:lnTo>
                      <a:pt x="116268" y="114109"/>
                    </a:lnTo>
                    <a:lnTo>
                      <a:pt x="75044" y="141185"/>
                    </a:lnTo>
                    <a:lnTo>
                      <a:pt x="36233" y="170307"/>
                    </a:lnTo>
                    <a:lnTo>
                      <a:pt x="0" y="201244"/>
                    </a:lnTo>
                    <a:lnTo>
                      <a:pt x="0" y="845439"/>
                    </a:lnTo>
                    <a:lnTo>
                      <a:pt x="36296" y="877062"/>
                    </a:lnTo>
                    <a:lnTo>
                      <a:pt x="75158" y="906462"/>
                    </a:lnTo>
                    <a:lnTo>
                      <a:pt x="116446" y="933475"/>
                    </a:lnTo>
                    <a:lnTo>
                      <a:pt x="159994" y="957935"/>
                    </a:lnTo>
                    <a:lnTo>
                      <a:pt x="205663" y="979665"/>
                    </a:lnTo>
                    <a:lnTo>
                      <a:pt x="253276" y="998512"/>
                    </a:lnTo>
                    <a:lnTo>
                      <a:pt x="302679" y="1014310"/>
                    </a:lnTo>
                    <a:lnTo>
                      <a:pt x="353733" y="1026883"/>
                    </a:lnTo>
                    <a:lnTo>
                      <a:pt x="406260" y="1036066"/>
                    </a:lnTo>
                    <a:lnTo>
                      <a:pt x="460121" y="1041704"/>
                    </a:lnTo>
                    <a:lnTo>
                      <a:pt x="515150" y="1043622"/>
                    </a:lnTo>
                    <a:lnTo>
                      <a:pt x="569595" y="1041717"/>
                    </a:lnTo>
                    <a:lnTo>
                      <a:pt x="622808" y="1036129"/>
                    </a:lnTo>
                    <a:lnTo>
                      <a:pt x="674636" y="1026998"/>
                    </a:lnTo>
                    <a:lnTo>
                      <a:pt x="724966" y="1014488"/>
                    </a:lnTo>
                    <a:lnTo>
                      <a:pt x="773658" y="998766"/>
                    </a:lnTo>
                    <a:lnTo>
                      <a:pt x="820585" y="979957"/>
                    </a:lnTo>
                    <a:lnTo>
                      <a:pt x="865606" y="958253"/>
                    </a:lnTo>
                    <a:lnTo>
                      <a:pt x="908608" y="933792"/>
                    </a:lnTo>
                    <a:lnTo>
                      <a:pt x="949452" y="906729"/>
                    </a:lnTo>
                    <a:lnTo>
                      <a:pt x="987996" y="877227"/>
                    </a:lnTo>
                    <a:lnTo>
                      <a:pt x="1024140" y="845439"/>
                    </a:lnTo>
                    <a:lnTo>
                      <a:pt x="1024140" y="201244"/>
                    </a:lnTo>
                    <a:close/>
                  </a:path>
                  <a:path w="4269740" h="1043939">
                    <a:moveTo>
                      <a:pt x="2224595" y="908265"/>
                    </a:moveTo>
                    <a:lnTo>
                      <a:pt x="2018588" y="511619"/>
                    </a:lnTo>
                    <a:lnTo>
                      <a:pt x="1949462" y="498195"/>
                    </a:lnTo>
                    <a:lnTo>
                      <a:pt x="1885365" y="492302"/>
                    </a:lnTo>
                    <a:lnTo>
                      <a:pt x="1826463" y="492671"/>
                    </a:lnTo>
                    <a:lnTo>
                      <a:pt x="1772970" y="498055"/>
                    </a:lnTo>
                    <a:lnTo>
                      <a:pt x="1725079" y="507187"/>
                    </a:lnTo>
                    <a:lnTo>
                      <a:pt x="1682965" y="518807"/>
                    </a:lnTo>
                    <a:lnTo>
                      <a:pt x="1646847" y="531660"/>
                    </a:lnTo>
                    <a:lnTo>
                      <a:pt x="1593316" y="556006"/>
                    </a:lnTo>
                    <a:lnTo>
                      <a:pt x="1739303" y="272948"/>
                    </a:lnTo>
                    <a:lnTo>
                      <a:pt x="1743608" y="265658"/>
                    </a:lnTo>
                    <a:lnTo>
                      <a:pt x="1750428" y="264566"/>
                    </a:lnTo>
                    <a:lnTo>
                      <a:pt x="1757781" y="264566"/>
                    </a:lnTo>
                    <a:lnTo>
                      <a:pt x="1764626" y="265658"/>
                    </a:lnTo>
                    <a:lnTo>
                      <a:pt x="1768881" y="272948"/>
                    </a:lnTo>
                    <a:lnTo>
                      <a:pt x="1850847" y="437349"/>
                    </a:lnTo>
                    <a:lnTo>
                      <a:pt x="1885594" y="435038"/>
                    </a:lnTo>
                    <a:lnTo>
                      <a:pt x="1911197" y="435381"/>
                    </a:lnTo>
                    <a:lnTo>
                      <a:pt x="1940293" y="439331"/>
                    </a:lnTo>
                    <a:lnTo>
                      <a:pt x="1985505" y="447916"/>
                    </a:lnTo>
                    <a:lnTo>
                      <a:pt x="1867115" y="219430"/>
                    </a:lnTo>
                    <a:lnTo>
                      <a:pt x="1847062" y="191566"/>
                    </a:lnTo>
                    <a:lnTo>
                      <a:pt x="1821357" y="169773"/>
                    </a:lnTo>
                    <a:lnTo>
                      <a:pt x="1790280" y="155587"/>
                    </a:lnTo>
                    <a:lnTo>
                      <a:pt x="1754098" y="150507"/>
                    </a:lnTo>
                    <a:lnTo>
                      <a:pt x="1712810" y="156895"/>
                    </a:lnTo>
                    <a:lnTo>
                      <a:pt x="1678711" y="173037"/>
                    </a:lnTo>
                    <a:lnTo>
                      <a:pt x="1653019" y="194424"/>
                    </a:lnTo>
                    <a:lnTo>
                      <a:pt x="1636915" y="216560"/>
                    </a:lnTo>
                    <a:lnTo>
                      <a:pt x="1283474" y="908265"/>
                    </a:lnTo>
                    <a:lnTo>
                      <a:pt x="1417840" y="908265"/>
                    </a:lnTo>
                    <a:lnTo>
                      <a:pt x="1429385" y="878687"/>
                    </a:lnTo>
                    <a:lnTo>
                      <a:pt x="1444282" y="847521"/>
                    </a:lnTo>
                    <a:lnTo>
                      <a:pt x="1484706" y="783170"/>
                    </a:lnTo>
                    <a:lnTo>
                      <a:pt x="1510499" y="751357"/>
                    </a:lnTo>
                    <a:lnTo>
                      <a:pt x="1540192" y="720725"/>
                    </a:lnTo>
                    <a:lnTo>
                      <a:pt x="1573936" y="691934"/>
                    </a:lnTo>
                    <a:lnTo>
                      <a:pt x="1611833" y="665695"/>
                    </a:lnTo>
                    <a:lnTo>
                      <a:pt x="1654060" y="642683"/>
                    </a:lnTo>
                    <a:lnTo>
                      <a:pt x="1700720" y="623608"/>
                    </a:lnTo>
                    <a:lnTo>
                      <a:pt x="1751952" y="609142"/>
                    </a:lnTo>
                    <a:lnTo>
                      <a:pt x="1807921" y="599986"/>
                    </a:lnTo>
                    <a:lnTo>
                      <a:pt x="1868728" y="596823"/>
                    </a:lnTo>
                    <a:lnTo>
                      <a:pt x="1934527" y="600354"/>
                    </a:lnTo>
                    <a:lnTo>
                      <a:pt x="2092604" y="908265"/>
                    </a:lnTo>
                    <a:lnTo>
                      <a:pt x="2224595" y="908265"/>
                    </a:lnTo>
                    <a:close/>
                  </a:path>
                  <a:path w="4269740" h="1043939">
                    <a:moveTo>
                      <a:pt x="2907131" y="908291"/>
                    </a:moveTo>
                    <a:lnTo>
                      <a:pt x="2624886" y="516077"/>
                    </a:lnTo>
                    <a:lnTo>
                      <a:pt x="2903156" y="266128"/>
                    </a:lnTo>
                    <a:lnTo>
                      <a:pt x="2759722" y="266052"/>
                    </a:lnTo>
                    <a:lnTo>
                      <a:pt x="2480157" y="507161"/>
                    </a:lnTo>
                    <a:lnTo>
                      <a:pt x="2480157" y="37198"/>
                    </a:lnTo>
                    <a:lnTo>
                      <a:pt x="2475128" y="37198"/>
                    </a:lnTo>
                    <a:lnTo>
                      <a:pt x="2433967" y="45542"/>
                    </a:lnTo>
                    <a:lnTo>
                      <a:pt x="2400312" y="68249"/>
                    </a:lnTo>
                    <a:lnTo>
                      <a:pt x="2377605" y="101904"/>
                    </a:lnTo>
                    <a:lnTo>
                      <a:pt x="2369274" y="143065"/>
                    </a:lnTo>
                    <a:lnTo>
                      <a:pt x="2369274" y="908291"/>
                    </a:lnTo>
                    <a:lnTo>
                      <a:pt x="2480157" y="908291"/>
                    </a:lnTo>
                    <a:lnTo>
                      <a:pt x="2480157" y="641311"/>
                    </a:lnTo>
                    <a:lnTo>
                      <a:pt x="2540330" y="590003"/>
                    </a:lnTo>
                    <a:lnTo>
                      <a:pt x="2769832" y="908291"/>
                    </a:lnTo>
                    <a:lnTo>
                      <a:pt x="2907131" y="908291"/>
                    </a:lnTo>
                    <a:close/>
                  </a:path>
                  <a:path w="4269740" h="1043939">
                    <a:moveTo>
                      <a:pt x="3161233" y="266052"/>
                    </a:moveTo>
                    <a:lnTo>
                      <a:pt x="3049460" y="266052"/>
                    </a:lnTo>
                    <a:lnTo>
                      <a:pt x="3049460" y="908265"/>
                    </a:lnTo>
                    <a:lnTo>
                      <a:pt x="3161233" y="908265"/>
                    </a:lnTo>
                    <a:lnTo>
                      <a:pt x="3161233" y="266052"/>
                    </a:lnTo>
                    <a:close/>
                  </a:path>
                  <a:path w="4269740" h="1043939">
                    <a:moveTo>
                      <a:pt x="3491204" y="143243"/>
                    </a:moveTo>
                    <a:lnTo>
                      <a:pt x="3482835" y="102082"/>
                    </a:lnTo>
                    <a:lnTo>
                      <a:pt x="3460026" y="68427"/>
                    </a:lnTo>
                    <a:lnTo>
                      <a:pt x="3426231" y="45720"/>
                    </a:lnTo>
                    <a:lnTo>
                      <a:pt x="3384893" y="37376"/>
                    </a:lnTo>
                    <a:lnTo>
                      <a:pt x="3377692" y="37376"/>
                    </a:lnTo>
                    <a:lnTo>
                      <a:pt x="3377692" y="908278"/>
                    </a:lnTo>
                    <a:lnTo>
                      <a:pt x="3491204" y="908278"/>
                    </a:lnTo>
                    <a:lnTo>
                      <a:pt x="3491204" y="143243"/>
                    </a:lnTo>
                    <a:close/>
                  </a:path>
                  <a:path w="4269740" h="1043939">
                    <a:moveTo>
                      <a:pt x="4269168" y="898982"/>
                    </a:moveTo>
                    <a:lnTo>
                      <a:pt x="4269143" y="832104"/>
                    </a:lnTo>
                    <a:lnTo>
                      <a:pt x="4269130" y="802449"/>
                    </a:lnTo>
                    <a:lnTo>
                      <a:pt x="4269003" y="507428"/>
                    </a:lnTo>
                    <a:lnTo>
                      <a:pt x="4268952" y="380047"/>
                    </a:lnTo>
                    <a:lnTo>
                      <a:pt x="4216755" y="337654"/>
                    </a:lnTo>
                    <a:lnTo>
                      <a:pt x="4164888" y="307632"/>
                    </a:lnTo>
                    <a:lnTo>
                      <a:pt x="4160177" y="305346"/>
                    </a:lnTo>
                    <a:lnTo>
                      <a:pt x="4160177" y="431368"/>
                    </a:lnTo>
                    <a:lnTo>
                      <a:pt x="4160177" y="603161"/>
                    </a:lnTo>
                    <a:lnTo>
                      <a:pt x="4152290" y="650570"/>
                    </a:lnTo>
                    <a:lnTo>
                      <a:pt x="4134904" y="693750"/>
                    </a:lnTo>
                    <a:lnTo>
                      <a:pt x="4109199" y="731443"/>
                    </a:lnTo>
                    <a:lnTo>
                      <a:pt x="4076395" y="762406"/>
                    </a:lnTo>
                    <a:lnTo>
                      <a:pt x="4037673" y="785393"/>
                    </a:lnTo>
                    <a:lnTo>
                      <a:pt x="3994226" y="799160"/>
                    </a:lnTo>
                    <a:lnTo>
                      <a:pt x="3947261" y="802449"/>
                    </a:lnTo>
                    <a:lnTo>
                      <a:pt x="3903053" y="795070"/>
                    </a:lnTo>
                    <a:lnTo>
                      <a:pt x="3862832" y="778268"/>
                    </a:lnTo>
                    <a:lnTo>
                      <a:pt x="3827526" y="753313"/>
                    </a:lnTo>
                    <a:lnTo>
                      <a:pt x="3798049" y="721474"/>
                    </a:lnTo>
                    <a:lnTo>
                      <a:pt x="3775329" y="684022"/>
                    </a:lnTo>
                    <a:lnTo>
                      <a:pt x="3760279" y="642239"/>
                    </a:lnTo>
                    <a:lnTo>
                      <a:pt x="3753828" y="597382"/>
                    </a:lnTo>
                    <a:lnTo>
                      <a:pt x="3756901" y="550735"/>
                    </a:lnTo>
                    <a:lnTo>
                      <a:pt x="3769131" y="507428"/>
                    </a:lnTo>
                    <a:lnTo>
                      <a:pt x="3789591" y="469138"/>
                    </a:lnTo>
                    <a:lnTo>
                      <a:pt x="3817493" y="436460"/>
                    </a:lnTo>
                    <a:lnTo>
                      <a:pt x="3852024" y="410006"/>
                    </a:lnTo>
                    <a:lnTo>
                      <a:pt x="3892423" y="390372"/>
                    </a:lnTo>
                    <a:lnTo>
                      <a:pt x="3937889" y="378155"/>
                    </a:lnTo>
                    <a:lnTo>
                      <a:pt x="3987647" y="373951"/>
                    </a:lnTo>
                    <a:lnTo>
                      <a:pt x="4033951" y="377647"/>
                    </a:lnTo>
                    <a:lnTo>
                      <a:pt x="4079087" y="388607"/>
                    </a:lnTo>
                    <a:lnTo>
                      <a:pt x="4121632" y="406577"/>
                    </a:lnTo>
                    <a:lnTo>
                      <a:pt x="4160177" y="431368"/>
                    </a:lnTo>
                    <a:lnTo>
                      <a:pt x="4160177" y="305346"/>
                    </a:lnTo>
                    <a:lnTo>
                      <a:pt x="4159872" y="305193"/>
                    </a:lnTo>
                    <a:lnTo>
                      <a:pt x="4146156" y="299072"/>
                    </a:lnTo>
                    <a:lnTo>
                      <a:pt x="4144670" y="298462"/>
                    </a:lnTo>
                    <a:lnTo>
                      <a:pt x="4140035" y="296481"/>
                    </a:lnTo>
                    <a:lnTo>
                      <a:pt x="4106659" y="284467"/>
                    </a:lnTo>
                    <a:lnTo>
                      <a:pt x="4105999" y="284238"/>
                    </a:lnTo>
                    <a:lnTo>
                      <a:pt x="4078274" y="276758"/>
                    </a:lnTo>
                    <a:lnTo>
                      <a:pt x="4048442" y="271005"/>
                    </a:lnTo>
                    <a:lnTo>
                      <a:pt x="4016476" y="267296"/>
                    </a:lnTo>
                    <a:lnTo>
                      <a:pt x="3982402" y="265988"/>
                    </a:lnTo>
                    <a:lnTo>
                      <a:pt x="3936644" y="269024"/>
                    </a:lnTo>
                    <a:lnTo>
                      <a:pt x="3891686" y="278003"/>
                    </a:lnTo>
                    <a:lnTo>
                      <a:pt x="3848265" y="292709"/>
                    </a:lnTo>
                    <a:lnTo>
                      <a:pt x="3807155" y="312966"/>
                    </a:lnTo>
                    <a:lnTo>
                      <a:pt x="3769080" y="338543"/>
                    </a:lnTo>
                    <a:lnTo>
                      <a:pt x="3734816" y="369252"/>
                    </a:lnTo>
                    <a:lnTo>
                      <a:pt x="3705098" y="404901"/>
                    </a:lnTo>
                    <a:lnTo>
                      <a:pt x="3680676" y="445274"/>
                    </a:lnTo>
                    <a:lnTo>
                      <a:pt x="3662299" y="490169"/>
                    </a:lnTo>
                    <a:lnTo>
                      <a:pt x="3650729" y="539381"/>
                    </a:lnTo>
                    <a:lnTo>
                      <a:pt x="3646703" y="592721"/>
                    </a:lnTo>
                    <a:lnTo>
                      <a:pt x="3650069" y="640130"/>
                    </a:lnTo>
                    <a:lnTo>
                      <a:pt x="3659873" y="685380"/>
                    </a:lnTo>
                    <a:lnTo>
                      <a:pt x="3675608" y="727989"/>
                    </a:lnTo>
                    <a:lnTo>
                      <a:pt x="3696817" y="767435"/>
                    </a:lnTo>
                    <a:lnTo>
                      <a:pt x="3723005" y="803224"/>
                    </a:lnTo>
                    <a:lnTo>
                      <a:pt x="3753701" y="834885"/>
                    </a:lnTo>
                    <a:lnTo>
                      <a:pt x="3788410" y="861898"/>
                    </a:lnTo>
                    <a:lnTo>
                      <a:pt x="3826649" y="883767"/>
                    </a:lnTo>
                    <a:lnTo>
                      <a:pt x="3867962" y="899998"/>
                    </a:lnTo>
                    <a:lnTo>
                      <a:pt x="3911854" y="910107"/>
                    </a:lnTo>
                    <a:lnTo>
                      <a:pt x="3957828" y="913587"/>
                    </a:lnTo>
                    <a:lnTo>
                      <a:pt x="4004614" y="909980"/>
                    </a:lnTo>
                    <a:lnTo>
                      <a:pt x="4049230" y="899502"/>
                    </a:lnTo>
                    <a:lnTo>
                      <a:pt x="4091152" y="882675"/>
                    </a:lnTo>
                    <a:lnTo>
                      <a:pt x="4129875" y="860031"/>
                    </a:lnTo>
                    <a:lnTo>
                      <a:pt x="4164888" y="832104"/>
                    </a:lnTo>
                    <a:lnTo>
                      <a:pt x="4164888" y="898982"/>
                    </a:lnTo>
                    <a:lnTo>
                      <a:pt x="4269168" y="898982"/>
                    </a:lnTo>
                    <a:close/>
                  </a:path>
                </a:pathLst>
              </a:custGeom>
              <a:solidFill>
                <a:srgbClr val="1E285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7">
                <a:extLst>
                  <a:ext uri="{FF2B5EF4-FFF2-40B4-BE49-F238E27FC236}">
                    <ns2:creationId id="{6D7BF751-5D04-AD09-DE1C-BDE87192F272}"/>
                  </a:ext>
                </a:extLst>
              </p:cNvPr>
              <p:cNvSpPr/>
              <p:nvPr/>
            </p:nvSpPr>
            <p:spPr>
              <a:xfrm>
                <a:off x="1734064" y="2920101"/>
                <a:ext cx="121285" cy="545465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545464">
                    <a:moveTo>
                      <a:pt x="120865" y="0"/>
                    </a:moveTo>
                    <a:lnTo>
                      <a:pt x="82851" y="3043"/>
                    </a:lnTo>
                    <a:lnTo>
                      <a:pt x="22906" y="39008"/>
                    </a:lnTo>
                    <a:lnTo>
                      <a:pt x="5936" y="75872"/>
                    </a:lnTo>
                    <a:lnTo>
                      <a:pt x="257" y="117472"/>
                    </a:lnTo>
                    <a:lnTo>
                      <a:pt x="0" y="131514"/>
                    </a:lnTo>
                    <a:lnTo>
                      <a:pt x="136" y="244055"/>
                    </a:lnTo>
                    <a:lnTo>
                      <a:pt x="0" y="244055"/>
                    </a:lnTo>
                    <a:lnTo>
                      <a:pt x="293" y="541512"/>
                    </a:lnTo>
                    <a:lnTo>
                      <a:pt x="544" y="545407"/>
                    </a:lnTo>
                    <a:lnTo>
                      <a:pt x="38462" y="542383"/>
                    </a:lnTo>
                    <a:lnTo>
                      <a:pt x="98258" y="506579"/>
                    </a:lnTo>
                    <a:lnTo>
                      <a:pt x="115179" y="469860"/>
                    </a:lnTo>
                    <a:lnTo>
                      <a:pt x="120870" y="428439"/>
                    </a:lnTo>
                    <a:lnTo>
                      <a:pt x="121137" y="414458"/>
                    </a:lnTo>
                    <a:lnTo>
                      <a:pt x="121095" y="302639"/>
                    </a:lnTo>
                    <a:lnTo>
                      <a:pt x="121116" y="3926"/>
                    </a:lnTo>
                    <a:lnTo>
                      <a:pt x="120865" y="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" name="object 8">
                <a:extLst>
                  <a:ext uri="{FF2B5EF4-FFF2-40B4-BE49-F238E27FC236}">
                    <ns2:creationId id="{0FBBA6F2-2234-B5FF-05C0-32A5A7368543}"/>
                  </a:ext>
                </a:extLst>
              </p:cNvPr>
              <p:cNvPicPr/>
              <p:nvPr/>
            </p:nvPicPr>
            <p:blipFill>
              <a:blip ns3:embed="rId4" cstate="print"/>
              <a:stretch>
                <a:fillRect/>
              </a:stretch>
            </p:blipFill>
            <p:spPr>
              <a:xfrm>
                <a:off x="1379640" y="2978505"/>
                <a:ext cx="121116" cy="209553"/>
              </a:xfrm>
              <a:prstGeom prst="rect">
                <a:avLst/>
              </a:prstGeom>
            </p:spPr>
          </p:pic>
          <p:sp>
            <p:nvSpPr>
              <p:cNvPr id="12" name="object 9">
                <a:extLst>
                  <a:ext uri="{FF2B5EF4-FFF2-40B4-BE49-F238E27FC236}">
                    <ns2:creationId id="{F424B29A-CF41-89B6-B666-490003D9C498}"/>
                  </a:ext>
                </a:extLst>
              </p:cNvPr>
              <p:cNvSpPr/>
              <p:nvPr/>
            </p:nvSpPr>
            <p:spPr>
              <a:xfrm>
                <a:off x="1556950" y="2948084"/>
                <a:ext cx="121285" cy="302895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302894">
                    <a:moveTo>
                      <a:pt x="60605" y="0"/>
                    </a:moveTo>
                    <a:lnTo>
                      <a:pt x="37017" y="4385"/>
                    </a:lnTo>
                    <a:lnTo>
                      <a:pt x="17753" y="16345"/>
                    </a:lnTo>
                    <a:lnTo>
                      <a:pt x="4763" y="34084"/>
                    </a:lnTo>
                    <a:lnTo>
                      <a:pt x="0" y="55809"/>
                    </a:lnTo>
                    <a:lnTo>
                      <a:pt x="0" y="178727"/>
                    </a:lnTo>
                    <a:lnTo>
                      <a:pt x="3052" y="218201"/>
                    </a:lnTo>
                    <a:lnTo>
                      <a:pt x="22981" y="265947"/>
                    </a:lnTo>
                    <a:lnTo>
                      <a:pt x="83093" y="299849"/>
                    </a:lnTo>
                    <a:lnTo>
                      <a:pt x="121148" y="302723"/>
                    </a:lnTo>
                    <a:lnTo>
                      <a:pt x="121190" y="113462"/>
                    </a:lnTo>
                    <a:lnTo>
                      <a:pt x="121190" y="55809"/>
                    </a:lnTo>
                    <a:lnTo>
                      <a:pt x="116429" y="34084"/>
                    </a:lnTo>
                    <a:lnTo>
                      <a:pt x="103447" y="16345"/>
                    </a:lnTo>
                    <a:lnTo>
                      <a:pt x="84189" y="4385"/>
                    </a:lnTo>
                    <a:lnTo>
                      <a:pt x="60605" y="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10">
                <a:extLst>
                  <a:ext uri="{FF2B5EF4-FFF2-40B4-BE49-F238E27FC236}">
                    <ns2:creationId id="{CD69EE46-87C0-C03A-2C29-ABAC7F6360A4}"/>
                  </a:ext>
                </a:extLst>
              </p:cNvPr>
              <p:cNvPicPr/>
              <p:nvPr/>
            </p:nvPicPr>
            <p:blipFill>
              <a:blip ns3:embed="rId5" cstate="print"/>
              <a:stretch>
                <a:fillRect/>
              </a:stretch>
            </p:blipFill>
            <p:spPr>
              <a:xfrm>
                <a:off x="2088784" y="3192897"/>
                <a:ext cx="121116" cy="209543"/>
              </a:xfrm>
              <a:prstGeom prst="rect">
                <a:avLst/>
              </a:prstGeom>
            </p:spPr>
          </p:pic>
          <p:sp>
            <p:nvSpPr>
              <p:cNvPr id="14" name="object 11">
                <a:extLst>
                  <a:ext uri="{FF2B5EF4-FFF2-40B4-BE49-F238E27FC236}">
                    <ns2:creationId id="{E3BF04D8-E3ED-5419-598D-69CFBA2A1091}"/>
                  </a:ext>
                </a:extLst>
              </p:cNvPr>
              <p:cNvSpPr/>
              <p:nvPr/>
            </p:nvSpPr>
            <p:spPr>
              <a:xfrm>
                <a:off x="1911482" y="3136976"/>
                <a:ext cx="121285" cy="301625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301625">
                    <a:moveTo>
                      <a:pt x="41" y="0"/>
                    </a:moveTo>
                    <a:lnTo>
                      <a:pt x="0" y="245783"/>
                    </a:lnTo>
                    <a:lnTo>
                      <a:pt x="17718" y="285251"/>
                    </a:lnTo>
                    <a:lnTo>
                      <a:pt x="60479" y="301592"/>
                    </a:lnTo>
                    <a:lnTo>
                      <a:pt x="84033" y="297209"/>
                    </a:lnTo>
                    <a:lnTo>
                      <a:pt x="103263" y="285251"/>
                    </a:lnTo>
                    <a:lnTo>
                      <a:pt x="116227" y="267512"/>
                    </a:lnTo>
                    <a:lnTo>
                      <a:pt x="120980" y="245783"/>
                    </a:lnTo>
                    <a:lnTo>
                      <a:pt x="120980" y="183209"/>
                    </a:lnTo>
                    <a:lnTo>
                      <a:pt x="120980" y="123996"/>
                    </a:lnTo>
                    <a:lnTo>
                      <a:pt x="117945" y="84511"/>
                    </a:lnTo>
                    <a:lnTo>
                      <a:pt x="98044" y="36773"/>
                    </a:lnTo>
                    <a:lnTo>
                      <a:pt x="38040" y="2865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7" name="Picture 6" descr="A close-up of a sign&#10;&#10;AI-generated content may be incorrect.">
              <a:extLst>
                <a:ext uri="{FF2B5EF4-FFF2-40B4-BE49-F238E27FC236}">
                  <ns2:creationId id="{91E2BAD7-5994-761F-124C-AF5E70ACDB95}"/>
                </a:ext>
              </a:extLst>
            </p:cNvPr>
            <p:cNvPicPr>
              <a:picLocks noChangeAspect="1"/>
            </p:cNvPicPr>
            <p:nvPr/>
          </p:nvPicPr>
          <p:blipFill>
            <a:blip ns3:embed="rId6"/>
            <a:stretch>
              <a:fillRect/>
            </a:stretch>
          </p:blipFill>
          <p:spPr>
            <a:xfrm>
              <a:off x="2516318" y="451506"/>
              <a:ext cx="1328931" cy="472441"/>
            </a:xfrm>
            <a:prstGeom prst="rect">
              <a:avLst/>
            </a:prstGeom>
          </p:spPr>
        </p:pic>
      </p:grpSp>
      <p:sp>
        <p:nvSpPr>
          <p:cNvPr id="16" name="标题占位符 8">
            <a:extLst>
              <a:ext uri="{FF2B5EF4-FFF2-40B4-BE49-F238E27FC236}">
                <ns2:creationId id="{4449380E-9CAD-CD76-50EB-34133E50C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663" y="2148115"/>
            <a:ext cx="4891736" cy="1785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4000" b="1">
                <a:solidFill>
                  <a:srgbClr val="1E2856"/>
                </a:solidFill>
                <a:latin typeface="Clarity City" panose="00000900000000000000" pitchFamily="2" charset="0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24" name="Picture Placeholder 22">
            <a:extLst>
              <a:ext uri="{FF2B5EF4-FFF2-40B4-BE49-F238E27FC236}">
                <ns2:creationId id="{3AC2AF64-5220-F4E0-0A3D-FC647E5F38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1063" y="1860550"/>
            <a:ext cx="5580062" cy="3155950"/>
          </a:xfrm>
          <a:prstGeom prst="roundRect">
            <a:avLst>
              <a:gd name="adj" fmla="val 4250"/>
            </a:avLst>
          </a:prstGeom>
          <a:ln w="19050">
            <a:solidFill>
              <a:srgbClr val="1E2856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5" name="Picture Placeholder 22">
            <a:extLst>
              <a:ext uri="{FF2B5EF4-FFF2-40B4-BE49-F238E27FC236}">
                <ns2:creationId id="{D9166A90-5481-5883-2F01-5C02086671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46893" y="4383350"/>
            <a:ext cx="2238956" cy="1266300"/>
          </a:xfrm>
          <a:prstGeom prst="roundRect">
            <a:avLst>
              <a:gd name="adj" fmla="val 4250"/>
            </a:avLst>
          </a:prstGeom>
          <a:ln w="19050">
            <a:solidFill>
              <a:srgbClr val="1E2856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6" name="Picture Placeholder 22">
            <a:extLst>
              <a:ext uri="{FF2B5EF4-FFF2-40B4-BE49-F238E27FC236}">
                <ns2:creationId id="{5A82CB29-BCED-1D5E-9E78-57F326CBB9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05909" y="4383350"/>
            <a:ext cx="2238956" cy="1266300"/>
          </a:xfrm>
          <a:prstGeom prst="roundRect">
            <a:avLst>
              <a:gd name="adj" fmla="val 4250"/>
            </a:avLst>
          </a:prstGeom>
          <a:ln w="19050">
            <a:solidFill>
              <a:srgbClr val="1E2856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6827695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Two-Column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0E38C3D7-B8F7-7154-DBEA-E64D52CC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80A91E91-7EA7-4096-2592-107A017E88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p2-vector-4">
            <a:extLst>
              <a:ext uri="{FF2B5EF4-FFF2-40B4-BE49-F238E27FC236}">
                <ns2:creationId id="{85BCD380-5BA5-BA89-535E-CBBB9FFB944A}"/>
              </a:ext>
            </a:extLst>
          </p:cNvPr>
          <p:cNvSpPr>
            <a:spLocks noGrp="1"/>
          </p:cNvSpPr>
          <p:nvPr userDrawn="1"/>
        </p:nvSpPr>
        <p:spPr>
          <a:xfrm>
            <a:off x="6671272" y="1973319"/>
            <a:ext cx="4358936" cy="3761421"/>
          </a:xfrm>
          <a:custGeom>
            <a:avLst/>
            <a:gdLst/>
            <a:ahLst/>
            <a:cxnLst/>
            <a:rect l="0" t="0" r="0" b="0"/>
            <a:pathLst>
              <a:path w="3803904" h="4206240">
                <a:moveTo>
                  <a:pt x="0" y="104902"/>
                </a:moveTo>
                <a:lnTo>
                  <a:pt x="8247" y="64079"/>
                </a:lnTo>
                <a:lnTo>
                  <a:pt x="30734" y="30734"/>
                </a:lnTo>
                <a:lnTo>
                  <a:pt x="64079" y="8247"/>
                </a:lnTo>
                <a:lnTo>
                  <a:pt x="104902" y="0"/>
                </a:lnTo>
                <a:lnTo>
                  <a:pt x="3699002" y="0"/>
                </a:lnTo>
                <a:lnTo>
                  <a:pt x="3739825" y="8247"/>
                </a:lnTo>
                <a:lnTo>
                  <a:pt x="3773170" y="30734"/>
                </a:lnTo>
                <a:lnTo>
                  <a:pt x="3795657" y="64079"/>
                </a:lnTo>
                <a:lnTo>
                  <a:pt x="3803904" y="104902"/>
                </a:lnTo>
                <a:lnTo>
                  <a:pt x="3803904" y="4101287"/>
                </a:lnTo>
                <a:lnTo>
                  <a:pt x="3795657" y="4142139"/>
                </a:lnTo>
                <a:lnTo>
                  <a:pt x="3773170" y="4175500"/>
                </a:lnTo>
                <a:lnTo>
                  <a:pt x="3739825" y="4197992"/>
                </a:lnTo>
                <a:lnTo>
                  <a:pt x="3699002" y="4206240"/>
                </a:lnTo>
                <a:lnTo>
                  <a:pt x="104902" y="4206240"/>
                </a:lnTo>
                <a:lnTo>
                  <a:pt x="64079" y="4197992"/>
                </a:lnTo>
                <a:lnTo>
                  <a:pt x="30734" y="4175500"/>
                </a:lnTo>
                <a:lnTo>
                  <a:pt x="8247" y="4142139"/>
                </a:lnTo>
                <a:lnTo>
                  <a:pt x="0" y="4101287"/>
                </a:lnTo>
                <a:lnTo>
                  <a:pt x="0" y="104902"/>
                </a:lnTo>
                <a:close/>
              </a:path>
            </a:pathLst>
          </a:custGeom>
          <a:solidFill>
            <a:srgbClr val="EAF0FE"/>
          </a:solidFill>
          <a:ln w="19050">
            <a:solidFill>
              <a:srgbClr val="385BEA"/>
            </a:solidFill>
          </a:ln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ounded Rectangle 26">
            <a:extLst>
              <a:ext uri="{FF2B5EF4-FFF2-40B4-BE49-F238E27FC236}">
                <ns2:creationId id="{F81E8D3B-667A-247E-C8BF-06866EAD03CC}"/>
              </a:ext>
            </a:extLst>
          </p:cNvPr>
          <p:cNvSpPr/>
          <p:nvPr userDrawn="1"/>
        </p:nvSpPr>
        <p:spPr>
          <a:xfrm>
            <a:off x="551121" y="1973319"/>
            <a:ext cx="4358936" cy="3761421"/>
          </a:xfrm>
          <a:prstGeom prst="roundRect">
            <a:avLst>
              <a:gd name="adj" fmla="val 3569"/>
            </a:avLst>
          </a:prstGeom>
          <a:solidFill>
            <a:srgbClr val="1E285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7" name="Oval 6">
            <a:extLst>
              <a:ext uri="{FF2B5EF4-FFF2-40B4-BE49-F238E27FC236}">
                <ns2:creationId id="{382245AF-0DC0-BF20-2B91-AE7D69A3D9F7}"/>
              </a:ext>
            </a:extLst>
          </p:cNvPr>
          <p:cNvSpPr/>
          <p:nvPr userDrawn="1"/>
        </p:nvSpPr>
        <p:spPr>
          <a:xfrm rot="10800000">
            <a:off x="2323308" y="1601053"/>
            <a:ext cx="814563" cy="814563"/>
          </a:xfrm>
          <a:prstGeom prst="ellipse">
            <a:avLst/>
          </a:prstGeom>
          <a:solidFill>
            <a:srgbClr val="1E2856"/>
          </a:soli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ns2:creationId id="{E45ACEC7-2CE0-D20D-EBA6-2A53BBE71453}"/>
              </a:ext>
            </a:extLst>
          </p:cNvPr>
          <p:cNvSpPr/>
          <p:nvPr userDrawn="1"/>
        </p:nvSpPr>
        <p:spPr>
          <a:xfrm rot="10800000">
            <a:off x="8443459" y="1636782"/>
            <a:ext cx="814563" cy="814563"/>
          </a:xfrm>
          <a:prstGeom prst="ellipse">
            <a:avLst/>
          </a:prstGeom>
          <a:solidFill>
            <a:srgbClr val="3759E9"/>
          </a:soli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9" name="文本占位符 6">
            <a:extLst>
              <a:ext uri="{FF2B5EF4-FFF2-40B4-BE49-F238E27FC236}">
                <ns2:creationId id="{B78A25DB-7ECA-9CB2-DB73-FE27D072DC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64058" y="3950675"/>
            <a:ext cx="3682093" cy="144591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" name="Text Placeholder 39">
            <a:extLst>
              <a:ext uri="{FF2B5EF4-FFF2-40B4-BE49-F238E27FC236}">
                <ns2:creationId id="{7AD39B4C-15B9-7AD9-8D1A-DF7157F606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41992" y="2647446"/>
            <a:ext cx="2408049" cy="430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1" name="Text Placeholder 39">
            <a:extLst>
              <a:ext uri="{FF2B5EF4-FFF2-40B4-BE49-F238E27FC236}">
                <ns2:creationId id="{EB200577-0E8E-E051-AC25-179F420F87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41992" y="3183530"/>
            <a:ext cx="2408049" cy="4306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sp>
        <p:nvSpPr>
          <p:cNvPr id="12" name="Text Placeholder 39">
            <a:extLst>
              <a:ext uri="{FF2B5EF4-FFF2-40B4-BE49-F238E27FC236}">
                <ns2:creationId id="{6CED2835-9E06-B2E5-BD3F-43292C1625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43459" y="1636782"/>
            <a:ext cx="814563" cy="81456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13" name="Text Placeholder 39">
            <a:extLst>
              <a:ext uri="{FF2B5EF4-FFF2-40B4-BE49-F238E27FC236}">
                <ns2:creationId id="{A2126EB3-AFF9-3AB8-1E59-144DAC72C0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28071" y="1601052"/>
            <a:ext cx="814563" cy="81456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14" name="文本占位符 6">
            <a:extLst>
              <a:ext uri="{FF2B5EF4-FFF2-40B4-BE49-F238E27FC236}">
                <ns2:creationId id="{AF444ABD-81B6-83C1-0BF4-B1BC364295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7788" y="3940356"/>
            <a:ext cx="3682094" cy="1456238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5C5CC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200" kern="1200" dirty="0" smtClean="0">
                <a:solidFill>
                  <a:schemeClr val="bg1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5" name="Text Placeholder 39">
            <a:extLst>
              <a:ext uri="{FF2B5EF4-FFF2-40B4-BE49-F238E27FC236}">
                <ns2:creationId id="{F73AFDFB-5153-3245-549E-1016349B717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526563" y="2637126"/>
            <a:ext cx="2408049" cy="4306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6" name="Text Placeholder 39">
            <a:extLst>
              <a:ext uri="{FF2B5EF4-FFF2-40B4-BE49-F238E27FC236}">
                <ns2:creationId id="{1CE34D2E-A378-A2E3-817D-B92810CE5E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6564" y="3173210"/>
            <a:ext cx="2408049" cy="4306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Subtitle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ns2:creationId id="{59103690-9C97-6E78-AEDF-32424C408C97}"/>
              </a:ext>
            </a:extLst>
          </p:cNvPr>
          <p:cNvCxnSpPr>
            <a:cxnSpLocks/>
          </p:cNvCxnSpPr>
          <p:nvPr userDrawn="1"/>
        </p:nvCxnSpPr>
        <p:spPr>
          <a:xfrm>
            <a:off x="5775774" y="1973319"/>
            <a:ext cx="0" cy="3761421"/>
          </a:xfrm>
          <a:prstGeom prst="line">
            <a:avLst/>
          </a:prstGeom>
          <a:ln w="19050">
            <a:solidFill>
              <a:srgbClr val="4162E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ns2:creationId id="{E45ACEC7-2CE0-D20D-EBA6-2A53BBE71453}"/>
              </a:ext>
            </a:extLst>
          </p:cNvPr>
          <p:cNvSpPr/>
          <p:nvPr userDrawn="1"/>
        </p:nvSpPr>
        <p:spPr>
          <a:xfrm rot="10800000">
            <a:off x="5383382" y="3206856"/>
            <a:ext cx="814563" cy="8145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4162EB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6" name="Text Placeholder 39">
            <a:extLst>
              <a:ext uri="{FF2B5EF4-FFF2-40B4-BE49-F238E27FC236}">
                <ns2:creationId id="{EB200577-0E8E-E051-AC25-179F420F871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48209" y="3463002"/>
            <a:ext cx="655129" cy="3022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VS</a:t>
            </a:r>
          </a:p>
        </p:txBody>
      </p:sp>
    </p:spTree>
    <p:extLst>
      <p:ext uri="{BB962C8B-B14F-4D97-AF65-F5344CB8AC3E}">
        <ns3:creationId val="40253725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4-Quadrant 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DF2D25DD-C37E-1C3A-155B-D996124C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7" name="p2-vector-2">
            <a:extLst>
              <a:ext uri="{FF2B5EF4-FFF2-40B4-BE49-F238E27FC236}">
                <ns2:creationId id="{CEBC2B3E-6E69-4B3C-50A8-7FD3FB49A33C}"/>
              </a:ext>
            </a:extLst>
          </p:cNvPr>
          <p:cNvSpPr>
            <a:spLocks noGrp="1"/>
          </p:cNvSpPr>
          <p:nvPr userDrawn="1"/>
        </p:nvSpPr>
        <p:spPr>
          <a:xfrm>
            <a:off x="551121" y="1357220"/>
            <a:ext cx="5094529" cy="2315591"/>
          </a:xfrm>
          <a:prstGeom prst="roundRect">
            <a:avLst>
              <a:gd name="adj" fmla="val 1538"/>
            </a:avLst>
          </a:prstGeom>
          <a:solidFill>
            <a:srgbClr val="F8F8FD"/>
          </a:solidFill>
          <a:ln w="9525">
            <a:solidFill>
              <a:srgbClr val="416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48846" y="2001249"/>
            <a:ext cx="2372172" cy="475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algn="l"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pPr>
            <a:r>
              <a:rPr lang="en-US" altLang="zh-CN" sz="1400" dirty="0">
                <a:solidFill>
                  <a:srgbClr val="385BEA"/>
                </a:solidFill>
                <a:latin typeface="Clarity City" pitchFamily="2" charset="0"/>
                <a:ea typeface="OPPOSans R"/>
                <a:cs typeface="OPPOSans R"/>
              </a:rPr>
              <a:t>Title</a:t>
            </a:r>
          </a:p>
        </p:txBody>
      </p:sp>
      <p:sp>
        <p:nvSpPr>
          <p:cNvPr id="10" name="Text Placeholder 463"/>
          <p:cNvSpPr>
            <a:spLocks noGrp="1"/>
          </p:cNvSpPr>
          <p:nvPr>
            <p:ph type="body" sz="quarter" idx="110" hasCustomPrompt="1"/>
          </p:nvPr>
        </p:nvSpPr>
        <p:spPr>
          <a:xfrm>
            <a:off x="748845" y="2529714"/>
            <a:ext cx="2372173" cy="85638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5000"/>
              </a:lnSpc>
              <a:buNone/>
              <a:defRPr sz="9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" name="Text Placeholder 463"/>
          <p:cNvSpPr>
            <a:spLocks noGrp="1"/>
          </p:cNvSpPr>
          <p:nvPr>
            <p:ph type="body" sz="quarter" idx="111" hasCustomPrompt="1"/>
          </p:nvPr>
        </p:nvSpPr>
        <p:spPr>
          <a:xfrm>
            <a:off x="748845" y="1562319"/>
            <a:ext cx="2649543" cy="2282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996" i="0" baseline="0">
                <a:solidFill>
                  <a:srgbClr val="2027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2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3584251" y="2003771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2"/>
          </p:nvPr>
        </p:nvSpPr>
        <p:spPr>
          <a:xfrm>
            <a:off x="4390828" y="1495870"/>
            <a:ext cx="1068388" cy="330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7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628484" y="2081666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9" name="Text Placeholder 463"/>
          <p:cNvSpPr>
            <a:spLocks noGrp="1"/>
          </p:cNvSpPr>
          <p:nvPr>
            <p:ph type="body" sz="quarter" idx="114" hasCustomPrompt="1"/>
          </p:nvPr>
        </p:nvSpPr>
        <p:spPr>
          <a:xfrm>
            <a:off x="4559887" y="2126626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0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845" y="1224578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1E2856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3583680" y="2507624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3627913" y="2585519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33" name="Text Placeholder 463"/>
          <p:cNvSpPr>
            <a:spLocks noGrp="1"/>
          </p:cNvSpPr>
          <p:nvPr>
            <p:ph type="body" sz="quarter" idx="116" hasCustomPrompt="1"/>
          </p:nvPr>
        </p:nvSpPr>
        <p:spPr>
          <a:xfrm>
            <a:off x="4559316" y="2630479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4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3583680" y="3011477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3627913" y="3089372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36" name="Text Placeholder 463"/>
          <p:cNvSpPr>
            <a:spLocks noGrp="1"/>
          </p:cNvSpPr>
          <p:nvPr>
            <p:ph type="body" sz="quarter" idx="118" hasCustomPrompt="1"/>
          </p:nvPr>
        </p:nvSpPr>
        <p:spPr>
          <a:xfrm>
            <a:off x="4559316" y="3134332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7" name="p2-vector-2">
            <a:extLst>
              <a:ext uri="{FF2B5EF4-FFF2-40B4-BE49-F238E27FC236}">
                <ns2:creationId id="{CEBC2B3E-6E69-4B3C-50A8-7FD3FB49A33C}"/>
              </a:ext>
            </a:extLst>
          </p:cNvPr>
          <p:cNvSpPr>
            <a:spLocks noGrp="1"/>
          </p:cNvSpPr>
          <p:nvPr userDrawn="1"/>
        </p:nvSpPr>
        <p:spPr>
          <a:xfrm>
            <a:off x="5921878" y="1357220"/>
            <a:ext cx="5094529" cy="2315591"/>
          </a:xfrm>
          <a:prstGeom prst="roundRect">
            <a:avLst>
              <a:gd name="adj" fmla="val 1538"/>
            </a:avLst>
          </a:prstGeom>
          <a:solidFill>
            <a:srgbClr val="F8F8FD"/>
          </a:solidFill>
          <a:ln w="9525">
            <a:solidFill>
              <a:srgbClr val="416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119603" y="2001249"/>
            <a:ext cx="2372172" cy="475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algn="l"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pPr>
            <a:r>
              <a:rPr lang="en-US" altLang="zh-CN" sz="1400" dirty="0">
                <a:solidFill>
                  <a:srgbClr val="385BEA"/>
                </a:solidFill>
                <a:latin typeface="Clarity City" pitchFamily="2" charset="0"/>
                <a:ea typeface="OPPOSans R"/>
                <a:cs typeface="OPPOSans R"/>
              </a:rPr>
              <a:t>Title</a:t>
            </a:r>
          </a:p>
        </p:txBody>
      </p:sp>
      <p:sp>
        <p:nvSpPr>
          <p:cNvPr id="39" name="Text Placeholder 463"/>
          <p:cNvSpPr>
            <a:spLocks noGrp="1"/>
          </p:cNvSpPr>
          <p:nvPr>
            <p:ph type="body" sz="quarter" idx="120" hasCustomPrompt="1"/>
          </p:nvPr>
        </p:nvSpPr>
        <p:spPr>
          <a:xfrm>
            <a:off x="6119602" y="2529714"/>
            <a:ext cx="2372173" cy="85638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5000"/>
              </a:lnSpc>
              <a:buNone/>
              <a:defRPr sz="9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0" name="Text Placeholder 463"/>
          <p:cNvSpPr>
            <a:spLocks noGrp="1"/>
          </p:cNvSpPr>
          <p:nvPr>
            <p:ph type="body" sz="quarter" idx="121" hasCustomPrompt="1"/>
          </p:nvPr>
        </p:nvSpPr>
        <p:spPr>
          <a:xfrm>
            <a:off x="6119602" y="1562319"/>
            <a:ext cx="2649543" cy="2282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996" i="0" baseline="0">
                <a:solidFill>
                  <a:srgbClr val="2027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1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8955008" y="2003771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Picture Placeholder 15"/>
          <p:cNvSpPr>
            <a:spLocks noGrp="1"/>
          </p:cNvSpPr>
          <p:nvPr>
            <p:ph type="pic" sz="quarter" idx="122"/>
          </p:nvPr>
        </p:nvSpPr>
        <p:spPr>
          <a:xfrm>
            <a:off x="9761585" y="1495870"/>
            <a:ext cx="1068388" cy="330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8999241" y="2081666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44" name="Text Placeholder 463"/>
          <p:cNvSpPr>
            <a:spLocks noGrp="1"/>
          </p:cNvSpPr>
          <p:nvPr>
            <p:ph type="body" sz="quarter" idx="124" hasCustomPrompt="1"/>
          </p:nvPr>
        </p:nvSpPr>
        <p:spPr>
          <a:xfrm>
            <a:off x="9930644" y="2126626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5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119602" y="1224578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1E2856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6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8954437" y="2507624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8998670" y="2585519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48" name="Text Placeholder 463"/>
          <p:cNvSpPr>
            <a:spLocks noGrp="1"/>
          </p:cNvSpPr>
          <p:nvPr>
            <p:ph type="body" sz="quarter" idx="127" hasCustomPrompt="1"/>
          </p:nvPr>
        </p:nvSpPr>
        <p:spPr>
          <a:xfrm>
            <a:off x="9930073" y="2630479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9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8954437" y="3011477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998670" y="3089372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51" name="Text Placeholder 463"/>
          <p:cNvSpPr>
            <a:spLocks noGrp="1"/>
          </p:cNvSpPr>
          <p:nvPr>
            <p:ph type="body" sz="quarter" idx="129" hasCustomPrompt="1"/>
          </p:nvPr>
        </p:nvSpPr>
        <p:spPr>
          <a:xfrm>
            <a:off x="9930073" y="3134332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2" name="p2-vector-2">
            <a:extLst>
              <a:ext uri="{FF2B5EF4-FFF2-40B4-BE49-F238E27FC236}">
                <ns2:creationId id="{CEBC2B3E-6E69-4B3C-50A8-7FD3FB49A33C}"/>
              </a:ext>
            </a:extLst>
          </p:cNvPr>
          <p:cNvSpPr>
            <a:spLocks noGrp="1"/>
          </p:cNvSpPr>
          <p:nvPr userDrawn="1"/>
        </p:nvSpPr>
        <p:spPr>
          <a:xfrm>
            <a:off x="551121" y="3946424"/>
            <a:ext cx="5094529" cy="2315591"/>
          </a:xfrm>
          <a:prstGeom prst="roundRect">
            <a:avLst>
              <a:gd name="adj" fmla="val 1538"/>
            </a:avLst>
          </a:prstGeom>
          <a:solidFill>
            <a:srgbClr val="F8F8FD"/>
          </a:solidFill>
          <a:ln w="9525">
            <a:solidFill>
              <a:srgbClr val="416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48846" y="4590453"/>
            <a:ext cx="2372172" cy="475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algn="l"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pPr>
            <a:r>
              <a:rPr lang="en-US" altLang="zh-CN" sz="1400" dirty="0">
                <a:solidFill>
                  <a:srgbClr val="385BEA"/>
                </a:solidFill>
                <a:latin typeface="Clarity City" pitchFamily="2" charset="0"/>
                <a:ea typeface="OPPOSans R"/>
                <a:cs typeface="OPPOSans R"/>
              </a:rPr>
              <a:t>Title</a:t>
            </a:r>
          </a:p>
        </p:txBody>
      </p:sp>
      <p:sp>
        <p:nvSpPr>
          <p:cNvPr id="114" name="Text Placeholder 463"/>
          <p:cNvSpPr>
            <a:spLocks noGrp="1"/>
          </p:cNvSpPr>
          <p:nvPr>
            <p:ph type="body" sz="quarter" idx="131" hasCustomPrompt="1"/>
          </p:nvPr>
        </p:nvSpPr>
        <p:spPr>
          <a:xfrm>
            <a:off x="748845" y="5118918"/>
            <a:ext cx="2372173" cy="85638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5000"/>
              </a:lnSpc>
              <a:buNone/>
              <a:defRPr sz="9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5" name="Text Placeholder 463"/>
          <p:cNvSpPr>
            <a:spLocks noGrp="1"/>
          </p:cNvSpPr>
          <p:nvPr>
            <p:ph type="body" sz="quarter" idx="132" hasCustomPrompt="1"/>
          </p:nvPr>
        </p:nvSpPr>
        <p:spPr>
          <a:xfrm>
            <a:off x="748845" y="4151523"/>
            <a:ext cx="2649543" cy="2282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996" i="0" baseline="0">
                <a:solidFill>
                  <a:srgbClr val="2027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6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3584251" y="4592975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Picture Placeholder 15"/>
          <p:cNvSpPr>
            <a:spLocks noGrp="1"/>
          </p:cNvSpPr>
          <p:nvPr>
            <p:ph type="pic" sz="quarter" idx="133"/>
          </p:nvPr>
        </p:nvSpPr>
        <p:spPr>
          <a:xfrm>
            <a:off x="4390828" y="4085074"/>
            <a:ext cx="1068388" cy="330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8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3628484" y="4670870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19" name="Text Placeholder 463"/>
          <p:cNvSpPr>
            <a:spLocks noGrp="1"/>
          </p:cNvSpPr>
          <p:nvPr>
            <p:ph type="body" sz="quarter" idx="135" hasCustomPrompt="1"/>
          </p:nvPr>
        </p:nvSpPr>
        <p:spPr>
          <a:xfrm>
            <a:off x="4559887" y="4715830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20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748845" y="3813782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1E2856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1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3583680" y="5096828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3627913" y="5174723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23" name="Text Placeholder 463"/>
          <p:cNvSpPr>
            <a:spLocks noGrp="1"/>
          </p:cNvSpPr>
          <p:nvPr>
            <p:ph type="body" sz="quarter" idx="138" hasCustomPrompt="1"/>
          </p:nvPr>
        </p:nvSpPr>
        <p:spPr>
          <a:xfrm>
            <a:off x="4559316" y="5219683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24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3583680" y="5600681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3627913" y="5678576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26" name="Text Placeholder 463"/>
          <p:cNvSpPr>
            <a:spLocks noGrp="1"/>
          </p:cNvSpPr>
          <p:nvPr>
            <p:ph type="body" sz="quarter" idx="140" hasCustomPrompt="1"/>
          </p:nvPr>
        </p:nvSpPr>
        <p:spPr>
          <a:xfrm>
            <a:off x="4559316" y="5723536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27" name="p2-vector-2">
            <a:extLst>
              <a:ext uri="{FF2B5EF4-FFF2-40B4-BE49-F238E27FC236}">
                <ns2:creationId id="{CEBC2B3E-6E69-4B3C-50A8-7FD3FB49A33C}"/>
              </a:ext>
            </a:extLst>
          </p:cNvPr>
          <p:cNvSpPr>
            <a:spLocks noGrp="1"/>
          </p:cNvSpPr>
          <p:nvPr userDrawn="1"/>
        </p:nvSpPr>
        <p:spPr>
          <a:xfrm>
            <a:off x="5921878" y="3946424"/>
            <a:ext cx="5094529" cy="2315591"/>
          </a:xfrm>
          <a:prstGeom prst="roundRect">
            <a:avLst>
              <a:gd name="adj" fmla="val 1538"/>
            </a:avLst>
          </a:prstGeom>
          <a:solidFill>
            <a:srgbClr val="F8F8FD"/>
          </a:solidFill>
          <a:ln w="9525">
            <a:solidFill>
              <a:srgbClr val="416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6119603" y="4590453"/>
            <a:ext cx="2372172" cy="4750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algn="l">
              <a:defRPr sz="1104" i="0">
                <a:solidFill>
                  <a:srgbClr val="385BEA"/>
                </a:solidFill>
                <a:latin typeface="Clarity City"/>
                <a:ea typeface="OPPOSans R"/>
                <a:cs typeface="OPPOSans R"/>
              </a:defRPr>
            </a:pPr>
            <a:r>
              <a:rPr lang="en-US" altLang="zh-CN" sz="1400" dirty="0">
                <a:solidFill>
                  <a:srgbClr val="385BEA"/>
                </a:solidFill>
                <a:latin typeface="Clarity City" pitchFamily="2" charset="0"/>
                <a:ea typeface="OPPOSans R"/>
                <a:cs typeface="OPPOSans R"/>
              </a:rPr>
              <a:t>Title</a:t>
            </a:r>
          </a:p>
        </p:txBody>
      </p:sp>
      <p:sp>
        <p:nvSpPr>
          <p:cNvPr id="129" name="Text Placeholder 463"/>
          <p:cNvSpPr>
            <a:spLocks noGrp="1"/>
          </p:cNvSpPr>
          <p:nvPr>
            <p:ph type="body" sz="quarter" idx="142" hasCustomPrompt="1"/>
          </p:nvPr>
        </p:nvSpPr>
        <p:spPr>
          <a:xfrm>
            <a:off x="6119602" y="5118918"/>
            <a:ext cx="2372173" cy="85638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5000"/>
              </a:lnSpc>
              <a:buNone/>
              <a:defRPr sz="9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30" name="Text Placeholder 463"/>
          <p:cNvSpPr>
            <a:spLocks noGrp="1"/>
          </p:cNvSpPr>
          <p:nvPr>
            <p:ph type="body" sz="quarter" idx="143" hasCustomPrompt="1"/>
          </p:nvPr>
        </p:nvSpPr>
        <p:spPr>
          <a:xfrm>
            <a:off x="6119602" y="4151523"/>
            <a:ext cx="2649543" cy="2282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996" i="0" baseline="0">
                <a:solidFill>
                  <a:srgbClr val="2027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31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8955008" y="4592975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Picture Placeholder 15"/>
          <p:cNvSpPr>
            <a:spLocks noGrp="1"/>
          </p:cNvSpPr>
          <p:nvPr>
            <p:ph type="pic" sz="quarter" idx="144"/>
          </p:nvPr>
        </p:nvSpPr>
        <p:spPr>
          <a:xfrm>
            <a:off x="9761585" y="4085074"/>
            <a:ext cx="1068388" cy="330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999241" y="4670870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34" name="Text Placeholder 463"/>
          <p:cNvSpPr>
            <a:spLocks noGrp="1"/>
          </p:cNvSpPr>
          <p:nvPr>
            <p:ph type="body" sz="quarter" idx="146" hasCustomPrompt="1"/>
          </p:nvPr>
        </p:nvSpPr>
        <p:spPr>
          <a:xfrm>
            <a:off x="9930644" y="4715830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35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6119602" y="3813782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1E2856"/>
          </a:solidFill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6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8954437" y="5096828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8998670" y="5174723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38" name="Text Placeholder 463"/>
          <p:cNvSpPr>
            <a:spLocks noGrp="1"/>
          </p:cNvSpPr>
          <p:nvPr>
            <p:ph type="body" sz="quarter" idx="149" hasCustomPrompt="1"/>
          </p:nvPr>
        </p:nvSpPr>
        <p:spPr>
          <a:xfrm>
            <a:off x="9930073" y="5219683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39" name="p10-vector-20">
            <a:extLst>
              <a:ext uri="{FF2B5EF4-FFF2-40B4-BE49-F238E27FC236}">
                <ns2:creationId id="{9152DE00-29A0-4B85-99B6-F76CDF483D57}"/>
              </a:ext>
            </a:extLst>
          </p:cNvPr>
          <p:cNvSpPr>
            <a:spLocks noGrp="1"/>
          </p:cNvSpPr>
          <p:nvPr userDrawn="1"/>
        </p:nvSpPr>
        <p:spPr>
          <a:xfrm>
            <a:off x="8954437" y="5600681"/>
            <a:ext cx="1875536" cy="425958"/>
          </a:xfrm>
          <a:custGeom>
            <a:avLst/>
            <a:gdLst/>
            <a:ahLst/>
            <a:cxnLst/>
            <a:rect l="0" t="0" r="0" b="0"/>
            <a:pathLst>
              <a:path w="1875536" h="425958">
                <a:moveTo>
                  <a:pt x="0" y="70993"/>
                </a:moveTo>
                <a:lnTo>
                  <a:pt x="5574" y="43345"/>
                </a:lnTo>
                <a:lnTo>
                  <a:pt x="20780" y="20780"/>
                </a:lnTo>
                <a:lnTo>
                  <a:pt x="43345" y="5574"/>
                </a:lnTo>
                <a:lnTo>
                  <a:pt x="70993" y="0"/>
                </a:lnTo>
                <a:lnTo>
                  <a:pt x="1804670" y="0"/>
                </a:lnTo>
                <a:lnTo>
                  <a:pt x="1832245" y="5574"/>
                </a:lnTo>
                <a:lnTo>
                  <a:pt x="1854771" y="20780"/>
                </a:lnTo>
                <a:lnTo>
                  <a:pt x="1869964" y="43345"/>
                </a:lnTo>
                <a:lnTo>
                  <a:pt x="1875536" y="70993"/>
                </a:lnTo>
                <a:lnTo>
                  <a:pt x="1875536" y="354965"/>
                </a:lnTo>
                <a:lnTo>
                  <a:pt x="1869964" y="382613"/>
                </a:lnTo>
                <a:lnTo>
                  <a:pt x="1854772" y="405178"/>
                </a:lnTo>
                <a:lnTo>
                  <a:pt x="1832245" y="420384"/>
                </a:lnTo>
                <a:lnTo>
                  <a:pt x="1804670" y="425958"/>
                </a:lnTo>
                <a:lnTo>
                  <a:pt x="70993" y="425958"/>
                </a:lnTo>
                <a:lnTo>
                  <a:pt x="43345" y="420384"/>
                </a:lnTo>
                <a:lnTo>
                  <a:pt x="20780" y="405178"/>
                </a:lnTo>
                <a:lnTo>
                  <a:pt x="5574" y="382613"/>
                </a:lnTo>
                <a:lnTo>
                  <a:pt x="0" y="354965"/>
                </a:lnTo>
                <a:lnTo>
                  <a:pt x="0" y="7099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385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8998670" y="5678576"/>
            <a:ext cx="904039" cy="2701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41" name="Text Placeholder 463"/>
          <p:cNvSpPr>
            <a:spLocks noGrp="1"/>
          </p:cNvSpPr>
          <p:nvPr>
            <p:ph type="body" sz="quarter" idx="151" hasCustomPrompt="1"/>
          </p:nvPr>
        </p:nvSpPr>
        <p:spPr>
          <a:xfrm>
            <a:off x="9930073" y="5723536"/>
            <a:ext cx="836871" cy="1802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3:creationId val="2077900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6-Card Metric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37" descr="张着嘴&#10;&#10;低可信度描述已自动生成">
            <a:extLst>
              <a:ext uri="{FF2B5EF4-FFF2-40B4-BE49-F238E27FC236}">
                <ns2:creationId id="{2F6587B4-8EC4-3E44-7D20-EB1827B7A89D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7087106"/>
            <a:ext cx="12192000" cy="6858000"/>
          </a:xfrm>
          <a:prstGeom prst="rect">
            <a:avLst/>
          </a:prstGeom>
        </p:spPr>
      </p:pic>
      <p:sp>
        <p:nvSpPr>
          <p:cNvPr id="3" name="标题占位符 8">
            <a:extLst>
              <a:ext uri="{FF2B5EF4-FFF2-40B4-BE49-F238E27FC236}">
                <ns2:creationId id="{1116E339-7635-41ED-B7EC-B0CFB528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8A44D814-6E3E-83EE-630E-A6A06F387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Rounded Rectangle 26">
            <a:extLst>
              <a:ext uri="{FF2B5EF4-FFF2-40B4-BE49-F238E27FC236}">
                <ns2:creationId id="{ACE68FF8-3095-1D4E-6EF0-FA31F86E00F4}"/>
              </a:ext>
            </a:extLst>
          </p:cNvPr>
          <p:cNvSpPr/>
          <p:nvPr userDrawn="1"/>
        </p:nvSpPr>
        <p:spPr>
          <a:xfrm>
            <a:off x="741459" y="1812212"/>
            <a:ext cx="3302889" cy="1992361"/>
          </a:xfrm>
          <a:prstGeom prst="roundRect">
            <a:avLst>
              <a:gd name="adj" fmla="val 4728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7" name="Oval 6">
            <a:extLst>
              <a:ext uri="{FF2B5EF4-FFF2-40B4-BE49-F238E27FC236}">
                <ns2:creationId id="{A6069515-7386-4890-9EB7-921318315CE1}"/>
              </a:ext>
            </a:extLst>
          </p:cNvPr>
          <p:cNvSpPr/>
          <p:nvPr/>
        </p:nvSpPr>
        <p:spPr>
          <a:xfrm rot="10800000">
            <a:off x="526575" y="1927391"/>
            <a:ext cx="429768" cy="429768"/>
          </a:xfrm>
          <a:prstGeom prst="ellipse">
            <a:avLst/>
          </a:prstGeom>
          <a:solidFill>
            <a:srgbClr val="152963"/>
          </a:solidFill>
          <a:ln>
            <a:solidFill>
              <a:srgbClr val="385AE7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9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032128" y="1982128"/>
            <a:ext cx="2796819" cy="3171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0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 userDrawn="1">
            <p:ph type="body" sz="quarter" idx="113" hasCustomPrompt="1"/>
          </p:nvPr>
        </p:nvSpPr>
        <p:spPr>
          <a:xfrm>
            <a:off x="956343" y="2527075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cxnSp>
        <p:nvCxnSpPr>
          <p:cNvPr id="11" name="直线连接符 57">
            <a:extLst>
              <a:ext uri="{FF2B5EF4-FFF2-40B4-BE49-F238E27FC236}">
                <ns2:creationId id="{0A8DE656-B8F1-0ED8-59D4-8F44AA5AE04A}"/>
              </a:ext>
            </a:extLst>
          </p:cNvPr>
          <p:cNvCxnSpPr>
            <a:cxnSpLocks/>
          </p:cNvCxnSpPr>
          <p:nvPr userDrawn="1"/>
        </p:nvCxnSpPr>
        <p:spPr>
          <a:xfrm>
            <a:off x="2405445" y="2568725"/>
            <a:ext cx="0" cy="462378"/>
          </a:xfrm>
          <a:prstGeom prst="line">
            <a:avLst/>
          </a:prstGeom>
          <a:ln w="3175">
            <a:solidFill>
              <a:srgbClr val="1E285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463"/>
          <p:cNvSpPr>
            <a:spLocks noGrp="1"/>
          </p:cNvSpPr>
          <p:nvPr userDrawn="1">
            <p:ph type="body" sz="quarter" idx="114" hasCustomPrompt="1"/>
          </p:nvPr>
        </p:nvSpPr>
        <p:spPr>
          <a:xfrm>
            <a:off x="956343" y="2899328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8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1015031" y="3419540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 userDrawn="1">
            <p:ph type="body" sz="quarter" idx="117" hasCustomPrompt="1"/>
          </p:nvPr>
        </p:nvSpPr>
        <p:spPr>
          <a:xfrm>
            <a:off x="1985279" y="3419540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1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 userDrawn="1">
            <p:ph type="body" sz="quarter" idx="118" hasCustomPrompt="1"/>
          </p:nvPr>
        </p:nvSpPr>
        <p:spPr>
          <a:xfrm>
            <a:off x="2955527" y="3419540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2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 userDrawn="1">
            <p:ph type="body" sz="quarter" idx="119" hasCustomPrompt="1"/>
          </p:nvPr>
        </p:nvSpPr>
        <p:spPr>
          <a:xfrm>
            <a:off x="2601339" y="2523864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23" name="Text Placeholder 463"/>
          <p:cNvSpPr>
            <a:spLocks noGrp="1"/>
          </p:cNvSpPr>
          <p:nvPr userDrawn="1">
            <p:ph type="body" sz="quarter" idx="120" hasCustomPrompt="1"/>
          </p:nvPr>
        </p:nvSpPr>
        <p:spPr>
          <a:xfrm>
            <a:off x="2601339" y="2896117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93" name="Picture Placeholder 92"/>
          <p:cNvSpPr>
            <a:spLocks noGrp="1"/>
          </p:cNvSpPr>
          <p:nvPr>
            <p:ph type="pic" sz="quarter" idx="162" hasCustomPrompt="1"/>
          </p:nvPr>
        </p:nvSpPr>
        <p:spPr>
          <a:xfrm>
            <a:off x="576147" y="2020055"/>
            <a:ext cx="33062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94" name="Rounded Rectangle 26">
            <a:extLst>
              <a:ext uri="{FF2B5EF4-FFF2-40B4-BE49-F238E27FC236}">
                <ns2:creationId id="{ACE68FF8-3095-1D4E-6EF0-FA31F86E00F4}"/>
              </a:ext>
            </a:extLst>
          </p:cNvPr>
          <p:cNvSpPr/>
          <p:nvPr userDrawn="1"/>
        </p:nvSpPr>
        <p:spPr>
          <a:xfrm>
            <a:off x="4532804" y="1812212"/>
            <a:ext cx="3302889" cy="1992361"/>
          </a:xfrm>
          <a:prstGeom prst="roundRect">
            <a:avLst>
              <a:gd name="adj" fmla="val 4728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95" name="Oval 94">
            <a:extLst>
              <a:ext uri="{FF2B5EF4-FFF2-40B4-BE49-F238E27FC236}">
                <ns2:creationId id="{A6069515-7386-4890-9EB7-921318315CE1}"/>
              </a:ext>
            </a:extLst>
          </p:cNvPr>
          <p:cNvSpPr/>
          <p:nvPr userDrawn="1"/>
        </p:nvSpPr>
        <p:spPr>
          <a:xfrm rot="10800000">
            <a:off x="4317920" y="1927391"/>
            <a:ext cx="429768" cy="429768"/>
          </a:xfrm>
          <a:prstGeom prst="ellipse">
            <a:avLst/>
          </a:prstGeom>
          <a:solidFill>
            <a:srgbClr val="152963"/>
          </a:solidFill>
          <a:ln>
            <a:solidFill>
              <a:srgbClr val="385AE7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96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63" hasCustomPrompt="1"/>
          </p:nvPr>
        </p:nvSpPr>
        <p:spPr>
          <a:xfrm>
            <a:off x="4823473" y="1982128"/>
            <a:ext cx="2796819" cy="3171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97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64" hasCustomPrompt="1"/>
          </p:nvPr>
        </p:nvSpPr>
        <p:spPr>
          <a:xfrm>
            <a:off x="4747688" y="2527075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cxnSp>
        <p:nvCxnSpPr>
          <p:cNvPr id="98" name="直线连接符 57">
            <a:extLst>
              <a:ext uri="{FF2B5EF4-FFF2-40B4-BE49-F238E27FC236}">
                <ns2:creationId id="{0A8DE656-B8F1-0ED8-59D4-8F44AA5AE04A}"/>
              </a:ext>
            </a:extLst>
          </p:cNvPr>
          <p:cNvCxnSpPr>
            <a:cxnSpLocks/>
          </p:cNvCxnSpPr>
          <p:nvPr userDrawn="1"/>
        </p:nvCxnSpPr>
        <p:spPr>
          <a:xfrm>
            <a:off x="6196790" y="2568725"/>
            <a:ext cx="0" cy="462378"/>
          </a:xfrm>
          <a:prstGeom prst="line">
            <a:avLst/>
          </a:prstGeom>
          <a:ln w="3175">
            <a:solidFill>
              <a:srgbClr val="1E285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 Placeholder 463"/>
          <p:cNvSpPr>
            <a:spLocks noGrp="1"/>
          </p:cNvSpPr>
          <p:nvPr>
            <p:ph type="body" sz="quarter" idx="165" hasCustomPrompt="1"/>
          </p:nvPr>
        </p:nvSpPr>
        <p:spPr>
          <a:xfrm>
            <a:off x="4747688" y="2899328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0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66" hasCustomPrompt="1"/>
          </p:nvPr>
        </p:nvSpPr>
        <p:spPr>
          <a:xfrm>
            <a:off x="4806376" y="3419540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01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67" hasCustomPrompt="1"/>
          </p:nvPr>
        </p:nvSpPr>
        <p:spPr>
          <a:xfrm>
            <a:off x="5776624" y="3419540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02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68" hasCustomPrompt="1"/>
          </p:nvPr>
        </p:nvSpPr>
        <p:spPr>
          <a:xfrm>
            <a:off x="6746872" y="3419540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0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69" hasCustomPrompt="1"/>
          </p:nvPr>
        </p:nvSpPr>
        <p:spPr>
          <a:xfrm>
            <a:off x="6392684" y="2523864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04" name="Text Placeholder 463"/>
          <p:cNvSpPr>
            <a:spLocks noGrp="1"/>
          </p:cNvSpPr>
          <p:nvPr>
            <p:ph type="body" sz="quarter" idx="170" hasCustomPrompt="1"/>
          </p:nvPr>
        </p:nvSpPr>
        <p:spPr>
          <a:xfrm>
            <a:off x="6392684" y="2896117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5" name="Picture Placeholder 92"/>
          <p:cNvSpPr>
            <a:spLocks noGrp="1"/>
          </p:cNvSpPr>
          <p:nvPr>
            <p:ph type="pic" sz="quarter" idx="171" hasCustomPrompt="1"/>
          </p:nvPr>
        </p:nvSpPr>
        <p:spPr>
          <a:xfrm>
            <a:off x="4367492" y="2020055"/>
            <a:ext cx="33062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129" name="Rounded Rectangle 26">
            <a:extLst>
              <a:ext uri="{FF2B5EF4-FFF2-40B4-BE49-F238E27FC236}">
                <ns2:creationId id="{ACE68FF8-3095-1D4E-6EF0-FA31F86E00F4}"/>
              </a:ext>
            </a:extLst>
          </p:cNvPr>
          <p:cNvSpPr/>
          <p:nvPr userDrawn="1"/>
        </p:nvSpPr>
        <p:spPr>
          <a:xfrm>
            <a:off x="8324149" y="1800694"/>
            <a:ext cx="3302889" cy="1992361"/>
          </a:xfrm>
          <a:prstGeom prst="roundRect">
            <a:avLst>
              <a:gd name="adj" fmla="val 4728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30" name="Oval 129">
            <a:extLst>
              <a:ext uri="{FF2B5EF4-FFF2-40B4-BE49-F238E27FC236}">
                <ns2:creationId id="{A6069515-7386-4890-9EB7-921318315CE1}"/>
              </a:ext>
            </a:extLst>
          </p:cNvPr>
          <p:cNvSpPr/>
          <p:nvPr userDrawn="1"/>
        </p:nvSpPr>
        <p:spPr>
          <a:xfrm rot="10800000">
            <a:off x="8109265" y="1915873"/>
            <a:ext cx="429768" cy="429768"/>
          </a:xfrm>
          <a:prstGeom prst="ellipse">
            <a:avLst/>
          </a:prstGeom>
          <a:solidFill>
            <a:srgbClr val="152963"/>
          </a:solidFill>
          <a:ln>
            <a:solidFill>
              <a:srgbClr val="385AE7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131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72" hasCustomPrompt="1"/>
          </p:nvPr>
        </p:nvSpPr>
        <p:spPr>
          <a:xfrm>
            <a:off x="8614818" y="1970610"/>
            <a:ext cx="2796819" cy="3171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32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73" hasCustomPrompt="1"/>
          </p:nvPr>
        </p:nvSpPr>
        <p:spPr>
          <a:xfrm>
            <a:off x="8539033" y="2515557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cxnSp>
        <p:nvCxnSpPr>
          <p:cNvPr id="133" name="直线连接符 57">
            <a:extLst>
              <a:ext uri="{FF2B5EF4-FFF2-40B4-BE49-F238E27FC236}">
                <ns2:creationId id="{0A8DE656-B8F1-0ED8-59D4-8F44AA5AE04A}"/>
              </a:ext>
            </a:extLst>
          </p:cNvPr>
          <p:cNvCxnSpPr>
            <a:cxnSpLocks/>
          </p:cNvCxnSpPr>
          <p:nvPr userDrawn="1"/>
        </p:nvCxnSpPr>
        <p:spPr>
          <a:xfrm>
            <a:off x="9988135" y="2557207"/>
            <a:ext cx="0" cy="462378"/>
          </a:xfrm>
          <a:prstGeom prst="line">
            <a:avLst/>
          </a:prstGeom>
          <a:ln w="3175">
            <a:solidFill>
              <a:srgbClr val="1E285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 Placeholder 463"/>
          <p:cNvSpPr>
            <a:spLocks noGrp="1"/>
          </p:cNvSpPr>
          <p:nvPr>
            <p:ph type="body" sz="quarter" idx="174" hasCustomPrompt="1"/>
          </p:nvPr>
        </p:nvSpPr>
        <p:spPr>
          <a:xfrm>
            <a:off x="8539033" y="2887810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35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75" hasCustomPrompt="1"/>
          </p:nvPr>
        </p:nvSpPr>
        <p:spPr>
          <a:xfrm>
            <a:off x="8597721" y="3408022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6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76" hasCustomPrompt="1"/>
          </p:nvPr>
        </p:nvSpPr>
        <p:spPr>
          <a:xfrm>
            <a:off x="9567969" y="3408022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7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77" hasCustomPrompt="1"/>
          </p:nvPr>
        </p:nvSpPr>
        <p:spPr>
          <a:xfrm>
            <a:off x="10538217" y="3408022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8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78" hasCustomPrompt="1"/>
          </p:nvPr>
        </p:nvSpPr>
        <p:spPr>
          <a:xfrm>
            <a:off x="10184029" y="2512346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39" name="Text Placeholder 463"/>
          <p:cNvSpPr>
            <a:spLocks noGrp="1"/>
          </p:cNvSpPr>
          <p:nvPr>
            <p:ph type="body" sz="quarter" idx="179" hasCustomPrompt="1"/>
          </p:nvPr>
        </p:nvSpPr>
        <p:spPr>
          <a:xfrm>
            <a:off x="10184029" y="2884599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40" name="Picture Placeholder 92"/>
          <p:cNvSpPr>
            <a:spLocks noGrp="1"/>
          </p:cNvSpPr>
          <p:nvPr>
            <p:ph type="pic" sz="quarter" idx="180" hasCustomPrompt="1"/>
          </p:nvPr>
        </p:nvSpPr>
        <p:spPr>
          <a:xfrm>
            <a:off x="8158837" y="2008537"/>
            <a:ext cx="33062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141" name="Rounded Rectangle 26">
            <a:extLst>
              <a:ext uri="{FF2B5EF4-FFF2-40B4-BE49-F238E27FC236}">
                <ns2:creationId id="{ACE68FF8-3095-1D4E-6EF0-FA31F86E00F4}"/>
              </a:ext>
            </a:extLst>
          </p:cNvPr>
          <p:cNvSpPr/>
          <p:nvPr userDrawn="1"/>
        </p:nvSpPr>
        <p:spPr>
          <a:xfrm>
            <a:off x="741459" y="4001645"/>
            <a:ext cx="3302889" cy="1992361"/>
          </a:xfrm>
          <a:prstGeom prst="roundRect">
            <a:avLst>
              <a:gd name="adj" fmla="val 4728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42" name="Oval 141">
            <a:extLst>
              <a:ext uri="{FF2B5EF4-FFF2-40B4-BE49-F238E27FC236}">
                <ns2:creationId id="{A6069515-7386-4890-9EB7-921318315CE1}"/>
              </a:ext>
            </a:extLst>
          </p:cNvPr>
          <p:cNvSpPr/>
          <p:nvPr userDrawn="1"/>
        </p:nvSpPr>
        <p:spPr>
          <a:xfrm rot="10800000">
            <a:off x="526575" y="4116824"/>
            <a:ext cx="429768" cy="429768"/>
          </a:xfrm>
          <a:prstGeom prst="ellipse">
            <a:avLst/>
          </a:prstGeom>
          <a:solidFill>
            <a:srgbClr val="152963"/>
          </a:solidFill>
          <a:ln>
            <a:solidFill>
              <a:srgbClr val="385AE7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14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81" hasCustomPrompt="1"/>
          </p:nvPr>
        </p:nvSpPr>
        <p:spPr>
          <a:xfrm>
            <a:off x="1032128" y="4171561"/>
            <a:ext cx="2796819" cy="3171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44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82" hasCustomPrompt="1"/>
          </p:nvPr>
        </p:nvSpPr>
        <p:spPr>
          <a:xfrm>
            <a:off x="956343" y="4716508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cxnSp>
        <p:nvCxnSpPr>
          <p:cNvPr id="145" name="直线连接符 57">
            <a:extLst>
              <a:ext uri="{FF2B5EF4-FFF2-40B4-BE49-F238E27FC236}">
                <ns2:creationId id="{0A8DE656-B8F1-0ED8-59D4-8F44AA5AE04A}"/>
              </a:ext>
            </a:extLst>
          </p:cNvPr>
          <p:cNvCxnSpPr>
            <a:cxnSpLocks/>
          </p:cNvCxnSpPr>
          <p:nvPr userDrawn="1"/>
        </p:nvCxnSpPr>
        <p:spPr>
          <a:xfrm>
            <a:off x="2405445" y="4758158"/>
            <a:ext cx="0" cy="462378"/>
          </a:xfrm>
          <a:prstGeom prst="line">
            <a:avLst/>
          </a:prstGeom>
          <a:ln w="3175">
            <a:solidFill>
              <a:srgbClr val="1E285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Text Placeholder 463"/>
          <p:cNvSpPr>
            <a:spLocks noGrp="1"/>
          </p:cNvSpPr>
          <p:nvPr>
            <p:ph type="body" sz="quarter" idx="183" hasCustomPrompt="1"/>
          </p:nvPr>
        </p:nvSpPr>
        <p:spPr>
          <a:xfrm>
            <a:off x="956343" y="5088761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47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84" hasCustomPrompt="1"/>
          </p:nvPr>
        </p:nvSpPr>
        <p:spPr>
          <a:xfrm>
            <a:off x="1015031" y="5608973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48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85" hasCustomPrompt="1"/>
          </p:nvPr>
        </p:nvSpPr>
        <p:spPr>
          <a:xfrm>
            <a:off x="1985279" y="5608973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49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86" hasCustomPrompt="1"/>
          </p:nvPr>
        </p:nvSpPr>
        <p:spPr>
          <a:xfrm>
            <a:off x="2955527" y="5608973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50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87" hasCustomPrompt="1"/>
          </p:nvPr>
        </p:nvSpPr>
        <p:spPr>
          <a:xfrm>
            <a:off x="2601339" y="4713297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51" name="Text Placeholder 463"/>
          <p:cNvSpPr>
            <a:spLocks noGrp="1"/>
          </p:cNvSpPr>
          <p:nvPr>
            <p:ph type="body" sz="quarter" idx="188" hasCustomPrompt="1"/>
          </p:nvPr>
        </p:nvSpPr>
        <p:spPr>
          <a:xfrm>
            <a:off x="2601339" y="5085550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52" name="Picture Placeholder 92"/>
          <p:cNvSpPr>
            <a:spLocks noGrp="1"/>
          </p:cNvSpPr>
          <p:nvPr>
            <p:ph type="pic" sz="quarter" idx="189" hasCustomPrompt="1"/>
          </p:nvPr>
        </p:nvSpPr>
        <p:spPr>
          <a:xfrm>
            <a:off x="576147" y="4209488"/>
            <a:ext cx="33062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153" name="Rounded Rectangle 26">
            <a:extLst>
              <a:ext uri="{FF2B5EF4-FFF2-40B4-BE49-F238E27FC236}">
                <ns2:creationId id="{ACE68FF8-3095-1D4E-6EF0-FA31F86E00F4}"/>
              </a:ext>
            </a:extLst>
          </p:cNvPr>
          <p:cNvSpPr/>
          <p:nvPr userDrawn="1"/>
        </p:nvSpPr>
        <p:spPr>
          <a:xfrm>
            <a:off x="4532804" y="4001645"/>
            <a:ext cx="3302889" cy="1992361"/>
          </a:xfrm>
          <a:prstGeom prst="roundRect">
            <a:avLst>
              <a:gd name="adj" fmla="val 4728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54" name="Oval 153">
            <a:extLst>
              <a:ext uri="{FF2B5EF4-FFF2-40B4-BE49-F238E27FC236}">
                <ns2:creationId id="{A6069515-7386-4890-9EB7-921318315CE1}"/>
              </a:ext>
            </a:extLst>
          </p:cNvPr>
          <p:cNvSpPr/>
          <p:nvPr userDrawn="1"/>
        </p:nvSpPr>
        <p:spPr>
          <a:xfrm rot="10800000">
            <a:off x="4317920" y="4116824"/>
            <a:ext cx="429768" cy="429768"/>
          </a:xfrm>
          <a:prstGeom prst="ellipse">
            <a:avLst/>
          </a:prstGeom>
          <a:solidFill>
            <a:srgbClr val="152963"/>
          </a:solidFill>
          <a:ln>
            <a:solidFill>
              <a:srgbClr val="385AE7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155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90" hasCustomPrompt="1"/>
          </p:nvPr>
        </p:nvSpPr>
        <p:spPr>
          <a:xfrm>
            <a:off x="4823473" y="4171561"/>
            <a:ext cx="2796819" cy="3171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56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91" hasCustomPrompt="1"/>
          </p:nvPr>
        </p:nvSpPr>
        <p:spPr>
          <a:xfrm>
            <a:off x="4747688" y="4716508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cxnSp>
        <p:nvCxnSpPr>
          <p:cNvPr id="157" name="直线连接符 57">
            <a:extLst>
              <a:ext uri="{FF2B5EF4-FFF2-40B4-BE49-F238E27FC236}">
                <ns2:creationId id="{0A8DE656-B8F1-0ED8-59D4-8F44AA5AE04A}"/>
              </a:ext>
            </a:extLst>
          </p:cNvPr>
          <p:cNvCxnSpPr>
            <a:cxnSpLocks/>
          </p:cNvCxnSpPr>
          <p:nvPr userDrawn="1"/>
        </p:nvCxnSpPr>
        <p:spPr>
          <a:xfrm>
            <a:off x="6196790" y="4758158"/>
            <a:ext cx="0" cy="462378"/>
          </a:xfrm>
          <a:prstGeom prst="line">
            <a:avLst/>
          </a:prstGeom>
          <a:ln w="3175">
            <a:solidFill>
              <a:srgbClr val="1E285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Text Placeholder 463"/>
          <p:cNvSpPr>
            <a:spLocks noGrp="1"/>
          </p:cNvSpPr>
          <p:nvPr>
            <p:ph type="body" sz="quarter" idx="192" hasCustomPrompt="1"/>
          </p:nvPr>
        </p:nvSpPr>
        <p:spPr>
          <a:xfrm>
            <a:off x="4747688" y="5088761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59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93" hasCustomPrompt="1"/>
          </p:nvPr>
        </p:nvSpPr>
        <p:spPr>
          <a:xfrm>
            <a:off x="4806376" y="5608973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60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94" hasCustomPrompt="1"/>
          </p:nvPr>
        </p:nvSpPr>
        <p:spPr>
          <a:xfrm>
            <a:off x="5776624" y="5608973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61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95" hasCustomPrompt="1"/>
          </p:nvPr>
        </p:nvSpPr>
        <p:spPr>
          <a:xfrm>
            <a:off x="6746872" y="5608973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62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96" hasCustomPrompt="1"/>
          </p:nvPr>
        </p:nvSpPr>
        <p:spPr>
          <a:xfrm>
            <a:off x="6392684" y="4713297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63" name="Text Placeholder 463"/>
          <p:cNvSpPr>
            <a:spLocks noGrp="1"/>
          </p:cNvSpPr>
          <p:nvPr>
            <p:ph type="body" sz="quarter" idx="197" hasCustomPrompt="1"/>
          </p:nvPr>
        </p:nvSpPr>
        <p:spPr>
          <a:xfrm>
            <a:off x="6392684" y="5085550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4" name="Picture Placeholder 92"/>
          <p:cNvSpPr>
            <a:spLocks noGrp="1"/>
          </p:cNvSpPr>
          <p:nvPr>
            <p:ph type="pic" sz="quarter" idx="198" hasCustomPrompt="1"/>
          </p:nvPr>
        </p:nvSpPr>
        <p:spPr>
          <a:xfrm>
            <a:off x="4367492" y="4209488"/>
            <a:ext cx="33062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165" name="Rounded Rectangle 26">
            <a:extLst>
              <a:ext uri="{FF2B5EF4-FFF2-40B4-BE49-F238E27FC236}">
                <ns2:creationId id="{ACE68FF8-3095-1D4E-6EF0-FA31F86E00F4}"/>
              </a:ext>
            </a:extLst>
          </p:cNvPr>
          <p:cNvSpPr/>
          <p:nvPr userDrawn="1"/>
        </p:nvSpPr>
        <p:spPr>
          <a:xfrm>
            <a:off x="8324149" y="3990127"/>
            <a:ext cx="3302889" cy="1992361"/>
          </a:xfrm>
          <a:prstGeom prst="roundRect">
            <a:avLst>
              <a:gd name="adj" fmla="val 4728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66" name="Oval 165">
            <a:extLst>
              <a:ext uri="{FF2B5EF4-FFF2-40B4-BE49-F238E27FC236}">
                <ns2:creationId id="{A6069515-7386-4890-9EB7-921318315CE1}"/>
              </a:ext>
            </a:extLst>
          </p:cNvPr>
          <p:cNvSpPr/>
          <p:nvPr userDrawn="1"/>
        </p:nvSpPr>
        <p:spPr>
          <a:xfrm rot="10800000">
            <a:off x="8109265" y="4105306"/>
            <a:ext cx="429768" cy="429768"/>
          </a:xfrm>
          <a:prstGeom prst="ellipse">
            <a:avLst/>
          </a:prstGeom>
          <a:solidFill>
            <a:srgbClr val="152963"/>
          </a:solidFill>
          <a:ln>
            <a:solidFill>
              <a:srgbClr val="385AE7"/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167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99" hasCustomPrompt="1"/>
          </p:nvPr>
        </p:nvSpPr>
        <p:spPr>
          <a:xfrm>
            <a:off x="8614818" y="4160043"/>
            <a:ext cx="2796819" cy="3171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68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200" hasCustomPrompt="1"/>
          </p:nvPr>
        </p:nvSpPr>
        <p:spPr>
          <a:xfrm>
            <a:off x="8539033" y="4704990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cxnSp>
        <p:nvCxnSpPr>
          <p:cNvPr id="169" name="直线连接符 57">
            <a:extLst>
              <a:ext uri="{FF2B5EF4-FFF2-40B4-BE49-F238E27FC236}">
                <ns2:creationId id="{0A8DE656-B8F1-0ED8-59D4-8F44AA5AE04A}"/>
              </a:ext>
            </a:extLst>
          </p:cNvPr>
          <p:cNvCxnSpPr>
            <a:cxnSpLocks/>
          </p:cNvCxnSpPr>
          <p:nvPr userDrawn="1"/>
        </p:nvCxnSpPr>
        <p:spPr>
          <a:xfrm>
            <a:off x="9988135" y="4746640"/>
            <a:ext cx="0" cy="462378"/>
          </a:xfrm>
          <a:prstGeom prst="line">
            <a:avLst/>
          </a:prstGeom>
          <a:ln w="3175">
            <a:solidFill>
              <a:srgbClr val="1E285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Text Placeholder 463"/>
          <p:cNvSpPr>
            <a:spLocks noGrp="1"/>
          </p:cNvSpPr>
          <p:nvPr>
            <p:ph type="body" sz="quarter" idx="201" hasCustomPrompt="1"/>
          </p:nvPr>
        </p:nvSpPr>
        <p:spPr>
          <a:xfrm>
            <a:off x="8539033" y="5077243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71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202" hasCustomPrompt="1"/>
          </p:nvPr>
        </p:nvSpPr>
        <p:spPr>
          <a:xfrm>
            <a:off x="8597721" y="5597455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72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203" hasCustomPrompt="1"/>
          </p:nvPr>
        </p:nvSpPr>
        <p:spPr>
          <a:xfrm>
            <a:off x="9567969" y="5597455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73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204" hasCustomPrompt="1"/>
          </p:nvPr>
        </p:nvSpPr>
        <p:spPr>
          <a:xfrm>
            <a:off x="10538217" y="5597455"/>
            <a:ext cx="820129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700" i="0">
                <a:solidFill>
                  <a:schemeClr val="bg1">
                    <a:lumMod val="50000"/>
                  </a:schemeClr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74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205" hasCustomPrompt="1"/>
          </p:nvPr>
        </p:nvSpPr>
        <p:spPr>
          <a:xfrm>
            <a:off x="10184029" y="4701779"/>
            <a:ext cx="1227608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75" name="Text Placeholder 463"/>
          <p:cNvSpPr>
            <a:spLocks noGrp="1"/>
          </p:cNvSpPr>
          <p:nvPr>
            <p:ph type="body" sz="quarter" idx="206" hasCustomPrompt="1"/>
          </p:nvPr>
        </p:nvSpPr>
        <p:spPr>
          <a:xfrm>
            <a:off x="10184029" y="5074032"/>
            <a:ext cx="1227607" cy="2490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76" name="Picture Placeholder 92"/>
          <p:cNvSpPr>
            <a:spLocks noGrp="1"/>
          </p:cNvSpPr>
          <p:nvPr>
            <p:ph type="pic" sz="quarter" idx="207" hasCustomPrompt="1"/>
          </p:nvPr>
        </p:nvSpPr>
        <p:spPr>
          <a:xfrm>
            <a:off x="8158837" y="4197970"/>
            <a:ext cx="330621" cy="24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</p:spTree>
    <p:extLst>
      <p:ext uri="{BB962C8B-B14F-4D97-AF65-F5344CB8AC3E}">
        <ns5:creationId val="2298679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Image Feature 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8">
            <a:extLst>
              <a:ext uri="{FF2B5EF4-FFF2-40B4-BE49-F238E27FC236}">
                <ns2:creationId id="{3D95F275-B943-5556-A901-4777829E8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536" name="圆角矩形 15">
            <a:extLst>
              <a:ext uri="{FF2B5EF4-FFF2-40B4-BE49-F238E27FC236}">
                <ns2:creationId id="{0B39FEB2-5735-CC1F-CE1C-9CC029B90931}"/>
              </a:ext>
            </a:extLst>
          </p:cNvPr>
          <p:cNvSpPr/>
          <p:nvPr userDrawn="1"/>
        </p:nvSpPr>
        <p:spPr>
          <a:xfrm>
            <a:off x="537589" y="1211543"/>
            <a:ext cx="1630783" cy="251843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31" name="Oval 530"/>
          <p:cNvSpPr/>
          <p:nvPr userDrawn="1"/>
        </p:nvSpPr>
        <p:spPr>
          <a:xfrm>
            <a:off x="625501" y="1295963"/>
            <a:ext cx="83002" cy="830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Text Placeholder 537"/>
          <p:cNvSpPr>
            <a:spLocks noGrp="1"/>
          </p:cNvSpPr>
          <p:nvPr>
            <p:ph type="body" sz="quarter" idx="10" hasCustomPrompt="1"/>
          </p:nvPr>
        </p:nvSpPr>
        <p:spPr>
          <a:xfrm>
            <a:off x="757238" y="1223330"/>
            <a:ext cx="1293879" cy="231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30"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Label </a:t>
            </a:r>
          </a:p>
        </p:txBody>
      </p:sp>
      <p:sp>
        <p:nvSpPr>
          <p:cNvPr id="556" name="圆角矩形 15">
            <a:extLst>
              <a:ext uri="{FF2B5EF4-FFF2-40B4-BE49-F238E27FC236}">
                <ns2:creationId id="{0B39FEB2-5735-CC1F-CE1C-9CC029B90931}"/>
              </a:ext>
            </a:extLst>
          </p:cNvPr>
          <p:cNvSpPr/>
          <p:nvPr userDrawn="1"/>
        </p:nvSpPr>
        <p:spPr>
          <a:xfrm>
            <a:off x="2256284" y="1211543"/>
            <a:ext cx="1630783" cy="251843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57" name="Oval 556"/>
          <p:cNvSpPr/>
          <p:nvPr userDrawn="1"/>
        </p:nvSpPr>
        <p:spPr>
          <a:xfrm>
            <a:off x="2344196" y="1295963"/>
            <a:ext cx="83002" cy="830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Text Placeholder 537"/>
          <p:cNvSpPr>
            <a:spLocks noGrp="1"/>
          </p:cNvSpPr>
          <p:nvPr>
            <p:ph type="body" sz="quarter" idx="11" hasCustomPrompt="1"/>
          </p:nvPr>
        </p:nvSpPr>
        <p:spPr>
          <a:xfrm>
            <a:off x="2475933" y="1223330"/>
            <a:ext cx="1293879" cy="231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30"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Label </a:t>
            </a:r>
          </a:p>
        </p:txBody>
      </p:sp>
      <p:sp>
        <p:nvSpPr>
          <p:cNvPr id="559" name="圆角矩形 15">
            <a:extLst>
              <a:ext uri="{FF2B5EF4-FFF2-40B4-BE49-F238E27FC236}">
                <ns2:creationId id="{0B39FEB2-5735-CC1F-CE1C-9CC029B90931}"/>
              </a:ext>
            </a:extLst>
          </p:cNvPr>
          <p:cNvSpPr/>
          <p:nvPr userDrawn="1"/>
        </p:nvSpPr>
        <p:spPr>
          <a:xfrm>
            <a:off x="3974979" y="1211543"/>
            <a:ext cx="1630783" cy="251843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60" name="Oval 559"/>
          <p:cNvSpPr/>
          <p:nvPr userDrawn="1"/>
        </p:nvSpPr>
        <p:spPr>
          <a:xfrm>
            <a:off x="4062891" y="1295963"/>
            <a:ext cx="83002" cy="830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Text Placeholder 537"/>
          <p:cNvSpPr>
            <a:spLocks noGrp="1"/>
          </p:cNvSpPr>
          <p:nvPr>
            <p:ph type="body" sz="quarter" idx="12" hasCustomPrompt="1"/>
          </p:nvPr>
        </p:nvSpPr>
        <p:spPr>
          <a:xfrm>
            <a:off x="4194628" y="1223330"/>
            <a:ext cx="1293879" cy="231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30"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Label </a:t>
            </a:r>
          </a:p>
        </p:txBody>
      </p:sp>
      <p:sp>
        <p:nvSpPr>
          <p:cNvPr id="562" name="圆角矩形 15">
            <a:extLst>
              <a:ext uri="{FF2B5EF4-FFF2-40B4-BE49-F238E27FC236}">
                <ns2:creationId id="{0B39FEB2-5735-CC1F-CE1C-9CC029B90931}"/>
              </a:ext>
            </a:extLst>
          </p:cNvPr>
          <p:cNvSpPr/>
          <p:nvPr userDrawn="1"/>
        </p:nvSpPr>
        <p:spPr>
          <a:xfrm>
            <a:off x="5693674" y="1210633"/>
            <a:ext cx="1630783" cy="251843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63" name="Oval 562"/>
          <p:cNvSpPr/>
          <p:nvPr userDrawn="1"/>
        </p:nvSpPr>
        <p:spPr>
          <a:xfrm>
            <a:off x="5781586" y="1295053"/>
            <a:ext cx="83002" cy="830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Text Placeholder 537"/>
          <p:cNvSpPr>
            <a:spLocks noGrp="1"/>
          </p:cNvSpPr>
          <p:nvPr>
            <p:ph type="body" sz="quarter" idx="13" hasCustomPrompt="1"/>
          </p:nvPr>
        </p:nvSpPr>
        <p:spPr>
          <a:xfrm>
            <a:off x="5913323" y="1222420"/>
            <a:ext cx="1293879" cy="231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30"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Label </a:t>
            </a:r>
          </a:p>
        </p:txBody>
      </p:sp>
      <p:sp>
        <p:nvSpPr>
          <p:cNvPr id="565" name="圆角矩形 15">
            <a:extLst>
              <a:ext uri="{FF2B5EF4-FFF2-40B4-BE49-F238E27FC236}">
                <ns2:creationId id="{0B39FEB2-5735-CC1F-CE1C-9CC029B90931}"/>
              </a:ext>
            </a:extLst>
          </p:cNvPr>
          <p:cNvSpPr/>
          <p:nvPr userDrawn="1"/>
        </p:nvSpPr>
        <p:spPr>
          <a:xfrm>
            <a:off x="7412369" y="1210633"/>
            <a:ext cx="1630783" cy="251843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66" name="Oval 565"/>
          <p:cNvSpPr/>
          <p:nvPr userDrawn="1"/>
        </p:nvSpPr>
        <p:spPr>
          <a:xfrm>
            <a:off x="7500281" y="1295053"/>
            <a:ext cx="83002" cy="830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Text Placeholder 537"/>
          <p:cNvSpPr>
            <a:spLocks noGrp="1"/>
          </p:cNvSpPr>
          <p:nvPr>
            <p:ph type="body" sz="quarter" idx="14" hasCustomPrompt="1"/>
          </p:nvPr>
        </p:nvSpPr>
        <p:spPr>
          <a:xfrm>
            <a:off x="7632018" y="1222420"/>
            <a:ext cx="1293879" cy="231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30"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Label </a:t>
            </a:r>
          </a:p>
        </p:txBody>
      </p:sp>
      <p:sp>
        <p:nvSpPr>
          <p:cNvPr id="568" name="圆角矩形 15">
            <a:extLst>
              <a:ext uri="{FF2B5EF4-FFF2-40B4-BE49-F238E27FC236}">
                <ns2:creationId id="{0B39FEB2-5735-CC1F-CE1C-9CC029B90931}"/>
              </a:ext>
            </a:extLst>
          </p:cNvPr>
          <p:cNvSpPr/>
          <p:nvPr userDrawn="1"/>
        </p:nvSpPr>
        <p:spPr>
          <a:xfrm>
            <a:off x="9131064" y="1210633"/>
            <a:ext cx="1630783" cy="251843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1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69" name="Oval 568"/>
          <p:cNvSpPr/>
          <p:nvPr userDrawn="1"/>
        </p:nvSpPr>
        <p:spPr>
          <a:xfrm>
            <a:off x="9218976" y="1295053"/>
            <a:ext cx="83002" cy="830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Text Placeholder 537"/>
          <p:cNvSpPr>
            <a:spLocks noGrp="1"/>
          </p:cNvSpPr>
          <p:nvPr>
            <p:ph type="body" sz="quarter" idx="15" hasCustomPrompt="1"/>
          </p:nvPr>
        </p:nvSpPr>
        <p:spPr>
          <a:xfrm>
            <a:off x="9350713" y="1222420"/>
            <a:ext cx="1293879" cy="231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30"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Label </a:t>
            </a:r>
          </a:p>
        </p:txBody>
      </p:sp>
      <p:sp>
        <p:nvSpPr>
          <p:cNvPr id="572" name="Picture Placeholder 571"/>
          <p:cNvSpPr>
            <a:spLocks noGrp="1"/>
          </p:cNvSpPr>
          <p:nvPr>
            <p:ph type="pic" sz="quarter" idx="16"/>
          </p:nvPr>
        </p:nvSpPr>
        <p:spPr>
          <a:xfrm>
            <a:off x="550863" y="1635124"/>
            <a:ext cx="11164887" cy="31424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73" name="Rounded Rectangle 29">
            <a:extLst>
              <a:ext uri="{FF2B5EF4-FFF2-40B4-BE49-F238E27FC236}">
                <ns2:creationId id="{3C42DBCA-28CF-C720-4A55-8209A279EE44}"/>
              </a:ext>
            </a:extLst>
          </p:cNvPr>
          <p:cNvSpPr/>
          <p:nvPr userDrawn="1"/>
        </p:nvSpPr>
        <p:spPr>
          <a:xfrm>
            <a:off x="423072" y="3907336"/>
            <a:ext cx="3918002" cy="2174420"/>
          </a:xfrm>
          <a:prstGeom prst="roundRect">
            <a:avLst>
              <a:gd name="adj" fmla="val 4324"/>
            </a:avLst>
          </a:prstGeom>
          <a:solidFill>
            <a:srgbClr val="EC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latin typeface="Clarity City"/>
                <a:ea typeface="OPPOSans R"/>
                <a:cs typeface="OPPOSans R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Clarity City"/>
                <a:ea typeface="OPPOSans R"/>
                <a:cs typeface="OPPOSans R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x-none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574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332030" y="3813782"/>
            <a:ext cx="2100086" cy="284240"/>
          </a:xfrm>
          <a:prstGeom prst="roundRect">
            <a:avLst>
              <a:gd name="adj" fmla="val 50000"/>
            </a:avLst>
          </a:prstGeom>
          <a:solidFill>
            <a:srgbClr val="4162EB"/>
          </a:solidFill>
        </p:spPr>
        <p:txBody>
          <a:bodyPr anchor="ctr"/>
          <a:lstStyle>
            <a:lvl1pPr marL="0" indent="0" algn="ctr">
              <a:buNone/>
              <a:defRPr sz="1600" i="0">
                <a:solidFill>
                  <a:schemeClr val="bg1"/>
                </a:solidFill>
                <a:latin typeface="Clarity City" panose="000007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75" name="Text Placeholder 463"/>
          <p:cNvSpPr>
            <a:spLocks noGrp="1"/>
          </p:cNvSpPr>
          <p:nvPr>
            <p:ph type="body" sz="quarter" idx="114" hasCustomPrompt="1"/>
          </p:nvPr>
        </p:nvSpPr>
        <p:spPr>
          <a:xfrm>
            <a:off x="625501" y="4229380"/>
            <a:ext cx="3520392" cy="598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76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713413" y="4908887"/>
            <a:ext cx="1010352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577" name="Text Placeholder 463"/>
          <p:cNvSpPr>
            <a:spLocks noGrp="1"/>
          </p:cNvSpPr>
          <p:nvPr>
            <p:ph type="body" sz="quarter" idx="137" hasCustomPrompt="1"/>
          </p:nvPr>
        </p:nvSpPr>
        <p:spPr>
          <a:xfrm>
            <a:off x="713414" y="5281140"/>
            <a:ext cx="1010352" cy="3436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84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1876687" y="4901752"/>
            <a:ext cx="1010352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585" name="Text Placeholder 463"/>
          <p:cNvSpPr>
            <a:spLocks noGrp="1"/>
          </p:cNvSpPr>
          <p:nvPr>
            <p:ph type="body" sz="quarter" idx="139" hasCustomPrompt="1"/>
          </p:nvPr>
        </p:nvSpPr>
        <p:spPr>
          <a:xfrm>
            <a:off x="1876688" y="5274005"/>
            <a:ext cx="1010352" cy="3436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86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052538" y="4908887"/>
            <a:ext cx="1010352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587" name="Text Placeholder 463"/>
          <p:cNvSpPr>
            <a:spLocks noGrp="1"/>
          </p:cNvSpPr>
          <p:nvPr>
            <p:ph type="body" sz="quarter" idx="141" hasCustomPrompt="1"/>
          </p:nvPr>
        </p:nvSpPr>
        <p:spPr>
          <a:xfrm>
            <a:off x="3052539" y="5281140"/>
            <a:ext cx="1010352" cy="3436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88" name="Text Placeholder 463"/>
          <p:cNvSpPr>
            <a:spLocks noGrp="1"/>
          </p:cNvSpPr>
          <p:nvPr>
            <p:ph type="body" sz="quarter" idx="142" hasCustomPrompt="1"/>
          </p:nvPr>
        </p:nvSpPr>
        <p:spPr>
          <a:xfrm>
            <a:off x="625501" y="5718372"/>
            <a:ext cx="3520392" cy="2378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2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4432352" y="4994546"/>
            <a:ext cx="1010352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 </a:t>
            </a:r>
          </a:p>
        </p:txBody>
      </p:sp>
      <p:sp>
        <p:nvSpPr>
          <p:cNvPr id="3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8239788" y="4994546"/>
            <a:ext cx="1010352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5"/>
          </p:nvPr>
        </p:nvSpPr>
        <p:spPr>
          <a:xfrm>
            <a:off x="4432352" y="5445844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146"/>
          </p:nvPr>
        </p:nvSpPr>
        <p:spPr>
          <a:xfrm>
            <a:off x="5317239" y="5445844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Picture Placeholder 2"/>
          <p:cNvSpPr>
            <a:spLocks noGrp="1"/>
          </p:cNvSpPr>
          <p:nvPr>
            <p:ph type="pic" sz="quarter" idx="147"/>
          </p:nvPr>
        </p:nvSpPr>
        <p:spPr>
          <a:xfrm>
            <a:off x="7092247" y="5445844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8" name="Picture Placeholder 2"/>
          <p:cNvSpPr>
            <a:spLocks noGrp="1"/>
          </p:cNvSpPr>
          <p:nvPr>
            <p:ph type="pic" sz="quarter" idx="148"/>
          </p:nvPr>
        </p:nvSpPr>
        <p:spPr>
          <a:xfrm>
            <a:off x="6202126" y="5445843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39" name="Picture Placeholder 2"/>
          <p:cNvSpPr>
            <a:spLocks noGrp="1"/>
          </p:cNvSpPr>
          <p:nvPr>
            <p:ph type="pic" sz="quarter" idx="149"/>
          </p:nvPr>
        </p:nvSpPr>
        <p:spPr>
          <a:xfrm>
            <a:off x="8239788" y="5445843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50"/>
          </p:nvPr>
        </p:nvSpPr>
        <p:spPr>
          <a:xfrm>
            <a:off x="9124675" y="5445843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41" name="Picture Placeholder 2"/>
          <p:cNvSpPr>
            <a:spLocks noGrp="1"/>
          </p:cNvSpPr>
          <p:nvPr>
            <p:ph type="pic" sz="quarter" idx="151"/>
          </p:nvPr>
        </p:nvSpPr>
        <p:spPr>
          <a:xfrm>
            <a:off x="10899683" y="5445843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152"/>
          </p:nvPr>
        </p:nvSpPr>
        <p:spPr>
          <a:xfrm>
            <a:off x="10009562" y="5445842"/>
            <a:ext cx="816067" cy="323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25749720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Two-Column Data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片 37" descr="张着嘴&#10;&#10;低可信度描述已自动生成">
            <a:extLst>
              <a:ext uri="{FF2B5EF4-FFF2-40B4-BE49-F238E27FC236}">
                <ns2:creationId id="{2F6587B4-8EC4-3E44-7D20-EB1827B7A89D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anel Direct"/>
          <p:cNvSpPr txBox="1"/>
          <p:nvPr userDrawn="1"/>
        </p:nvSpPr>
        <p:spPr>
          <a:xfrm>
            <a:off x="526773" y="1845558"/>
            <a:ext cx="5040024" cy="4394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3" name="标题占位符 8">
            <a:extLst>
              <a:ext uri="{FF2B5EF4-FFF2-40B4-BE49-F238E27FC236}">
                <ns2:creationId id="{1116E339-7635-41ED-B7EC-B0CFB528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8A44D814-6E3E-83EE-630E-A6A06F387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Panel Partner"/>
          <p:cNvSpPr txBox="1"/>
          <p:nvPr userDrawn="1"/>
        </p:nvSpPr>
        <p:spPr>
          <a:xfrm>
            <a:off x="5708714" y="1845558"/>
            <a:ext cx="6187278" cy="4394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845" y="1718451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1E2856"/>
          </a:solidFill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0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17815" y="1718451"/>
            <a:ext cx="2680963" cy="254214"/>
          </a:xfrm>
          <a:prstGeom prst="roundRect">
            <a:avLst>
              <a:gd name="adj" fmla="val 50000"/>
            </a:avLst>
          </a:prstGeom>
          <a:solidFill>
            <a:srgbClr val="1E2856"/>
          </a:solidFill>
        </p:spPr>
        <p:txBody>
          <a:bodyPr anchor="ctr"/>
          <a:lstStyle>
            <a:lvl1pPr marL="0" indent="0" algn="ctr">
              <a:buNone/>
              <a:defRPr sz="10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48844" y="2233379"/>
            <a:ext cx="1340481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48844" y="2708723"/>
            <a:ext cx="1340481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48844" y="3184067"/>
            <a:ext cx="1340481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4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48844" y="3663316"/>
            <a:ext cx="1340481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5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48844" y="4137941"/>
            <a:ext cx="1340481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6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48844" y="4612566"/>
            <a:ext cx="1340481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7" name="Text Placeholder 463"/>
          <p:cNvSpPr>
            <a:spLocks noGrp="1"/>
          </p:cNvSpPr>
          <p:nvPr>
            <p:ph type="body" sz="quarter" idx="141" hasCustomPrompt="1"/>
          </p:nvPr>
        </p:nvSpPr>
        <p:spPr>
          <a:xfrm>
            <a:off x="2311396" y="2232000"/>
            <a:ext cx="303349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8" name="Text Placeholder 463"/>
          <p:cNvSpPr>
            <a:spLocks noGrp="1"/>
          </p:cNvSpPr>
          <p:nvPr>
            <p:ph type="body" sz="quarter" idx="142" hasCustomPrompt="1"/>
          </p:nvPr>
        </p:nvSpPr>
        <p:spPr>
          <a:xfrm>
            <a:off x="2311396" y="2712761"/>
            <a:ext cx="303349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9" name="Text Placeholder 463"/>
          <p:cNvSpPr>
            <a:spLocks noGrp="1"/>
          </p:cNvSpPr>
          <p:nvPr>
            <p:ph type="body" sz="quarter" idx="143" hasCustomPrompt="1"/>
          </p:nvPr>
        </p:nvSpPr>
        <p:spPr>
          <a:xfrm>
            <a:off x="2311396" y="3183180"/>
            <a:ext cx="303349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0" name="Text Placeholder 463"/>
          <p:cNvSpPr>
            <a:spLocks noGrp="1"/>
          </p:cNvSpPr>
          <p:nvPr>
            <p:ph type="body" sz="quarter" idx="144" hasCustomPrompt="1"/>
          </p:nvPr>
        </p:nvSpPr>
        <p:spPr>
          <a:xfrm>
            <a:off x="2311396" y="3663316"/>
            <a:ext cx="303349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1" name="Text Placeholder 463"/>
          <p:cNvSpPr>
            <a:spLocks noGrp="1"/>
          </p:cNvSpPr>
          <p:nvPr>
            <p:ph type="body" sz="quarter" idx="145" hasCustomPrompt="1"/>
          </p:nvPr>
        </p:nvSpPr>
        <p:spPr>
          <a:xfrm>
            <a:off x="2311396" y="4141979"/>
            <a:ext cx="303349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2" name="Text Placeholder 463"/>
          <p:cNvSpPr>
            <a:spLocks noGrp="1"/>
          </p:cNvSpPr>
          <p:nvPr>
            <p:ph type="body" sz="quarter" idx="146" hasCustomPrompt="1"/>
          </p:nvPr>
        </p:nvSpPr>
        <p:spPr>
          <a:xfrm>
            <a:off x="2311396" y="4612566"/>
            <a:ext cx="303349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3" name="Rule 130">
            <a:extLst>
              <a:ext uri="{FF2B5EF4-FFF2-40B4-BE49-F238E27FC236}">
                <ns2:creationId id="{6E385E04-47A3-5B8B-45A9-5E2D22844517}"/>
              </a:ext>
            </a:extLst>
          </p:cNvPr>
          <p:cNvSpPr/>
          <p:nvPr userDrawn="1"/>
        </p:nvSpPr>
        <p:spPr>
          <a:xfrm>
            <a:off x="770021" y="5176442"/>
            <a:ext cx="4494437" cy="0"/>
          </a:xfrm>
          <a:prstGeom prst="line">
            <a:avLst/>
          </a:prstGeom>
          <a:ln w="3175">
            <a:solidFill>
              <a:srgbClr val="1E285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47"/>
          </p:nvPr>
        </p:nvSpPr>
        <p:spPr>
          <a:xfrm>
            <a:off x="849435" y="5345551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8"/>
          </p:nvPr>
        </p:nvSpPr>
        <p:spPr>
          <a:xfrm>
            <a:off x="1734322" y="5345551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49"/>
          </p:nvPr>
        </p:nvSpPr>
        <p:spPr>
          <a:xfrm>
            <a:off x="3509330" y="5345551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50"/>
          </p:nvPr>
        </p:nvSpPr>
        <p:spPr>
          <a:xfrm>
            <a:off x="2619209" y="5345550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51"/>
          </p:nvPr>
        </p:nvSpPr>
        <p:spPr>
          <a:xfrm>
            <a:off x="4399451" y="5345549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9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5910426" y="2080271"/>
            <a:ext cx="2100086" cy="212986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solidFill>
              <a:srgbClr val="4162EB"/>
            </a:solidFill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5917814" y="2439663"/>
            <a:ext cx="1338811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53" hasCustomPrompt="1"/>
          </p:nvPr>
        </p:nvSpPr>
        <p:spPr>
          <a:xfrm>
            <a:off x="5917815" y="2823116"/>
            <a:ext cx="1338810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2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5917815" y="3203615"/>
            <a:ext cx="1338810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3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5917815" y="3582756"/>
            <a:ext cx="1338810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4" name="文本占位符 49">
            <a:extLst>
              <a:ext uri="{FF2B5EF4-FFF2-40B4-BE49-F238E27FC236}">
                <ns2:creationId id="{6208BB8C-5079-0A9D-4EC8-9A12D53BFAFC}"/>
              </a:ext>
            </a:extLst>
          </p:cNvPr>
          <p:cNvSpPr>
            <a:spLocks noGrp="1"/>
          </p:cNvSpPr>
          <p:nvPr>
            <p:ph type="body" sz="quarter" idx="156" hasCustomPrompt="1"/>
          </p:nvPr>
        </p:nvSpPr>
        <p:spPr>
          <a:xfrm>
            <a:off x="5917815" y="3954509"/>
            <a:ext cx="1338810" cy="269060"/>
          </a:xfrm>
          <a:prstGeom prst="roundRect">
            <a:avLst>
              <a:gd name="adj" fmla="val 15855"/>
            </a:avLst>
          </a:prstGeom>
          <a:solidFill>
            <a:srgbClr val="F0FAFF"/>
          </a:solidFill>
          <a:ln w="19050">
            <a:noFill/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5" name="Text Placeholder 463"/>
          <p:cNvSpPr>
            <a:spLocks noGrp="1"/>
          </p:cNvSpPr>
          <p:nvPr>
            <p:ph type="body" sz="quarter" idx="157" hasCustomPrompt="1"/>
          </p:nvPr>
        </p:nvSpPr>
        <p:spPr>
          <a:xfrm>
            <a:off x="7490832" y="2438284"/>
            <a:ext cx="4145996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6" name="Text Placeholder 463"/>
          <p:cNvSpPr>
            <a:spLocks noGrp="1"/>
          </p:cNvSpPr>
          <p:nvPr>
            <p:ph type="body" sz="quarter" idx="158" hasCustomPrompt="1"/>
          </p:nvPr>
        </p:nvSpPr>
        <p:spPr>
          <a:xfrm>
            <a:off x="7490832" y="2827154"/>
            <a:ext cx="4145996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7" name="Text Placeholder 463"/>
          <p:cNvSpPr>
            <a:spLocks noGrp="1"/>
          </p:cNvSpPr>
          <p:nvPr>
            <p:ph type="body" sz="quarter" idx="159" hasCustomPrompt="1"/>
          </p:nvPr>
        </p:nvSpPr>
        <p:spPr>
          <a:xfrm>
            <a:off x="7490832" y="3202728"/>
            <a:ext cx="4145996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8" name="Text Placeholder 463"/>
          <p:cNvSpPr>
            <a:spLocks noGrp="1"/>
          </p:cNvSpPr>
          <p:nvPr>
            <p:ph type="body" sz="quarter" idx="160" hasCustomPrompt="1"/>
          </p:nvPr>
        </p:nvSpPr>
        <p:spPr>
          <a:xfrm>
            <a:off x="7490832" y="3582756"/>
            <a:ext cx="4145996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9" name="Text Placeholder 463"/>
          <p:cNvSpPr>
            <a:spLocks noGrp="1"/>
          </p:cNvSpPr>
          <p:nvPr>
            <p:ph type="body" sz="quarter" idx="161" hasCustomPrompt="1"/>
          </p:nvPr>
        </p:nvSpPr>
        <p:spPr>
          <a:xfrm>
            <a:off x="7490831" y="3958547"/>
            <a:ext cx="4145997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1" name="Picture Placeholder 2"/>
          <p:cNvSpPr>
            <a:spLocks noGrp="1"/>
          </p:cNvSpPr>
          <p:nvPr>
            <p:ph type="pic" sz="quarter" idx="162"/>
          </p:nvPr>
        </p:nvSpPr>
        <p:spPr>
          <a:xfrm>
            <a:off x="5917815" y="4368124"/>
            <a:ext cx="816067" cy="2845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163"/>
          </p:nvPr>
        </p:nvSpPr>
        <p:spPr>
          <a:xfrm>
            <a:off x="7123376" y="4368124"/>
            <a:ext cx="816067" cy="2845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164"/>
          </p:nvPr>
        </p:nvSpPr>
        <p:spPr>
          <a:xfrm>
            <a:off x="9463784" y="4368124"/>
            <a:ext cx="816067" cy="2845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4" name="Picture Placeholder 2"/>
          <p:cNvSpPr>
            <a:spLocks noGrp="1"/>
          </p:cNvSpPr>
          <p:nvPr>
            <p:ph type="pic" sz="quarter" idx="165"/>
          </p:nvPr>
        </p:nvSpPr>
        <p:spPr>
          <a:xfrm>
            <a:off x="8293580" y="4368124"/>
            <a:ext cx="816067" cy="2845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166"/>
          </p:nvPr>
        </p:nvSpPr>
        <p:spPr>
          <a:xfrm>
            <a:off x="10669345" y="4368122"/>
            <a:ext cx="816067" cy="2845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167" hasCustomPrompt="1"/>
          </p:nvPr>
        </p:nvSpPr>
        <p:spPr>
          <a:xfrm>
            <a:off x="5918200" y="4691848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60" name="Text Placeholder 58"/>
          <p:cNvSpPr>
            <a:spLocks noGrp="1"/>
          </p:cNvSpPr>
          <p:nvPr>
            <p:ph type="body" sz="quarter" idx="168" hasCustomPrompt="1"/>
          </p:nvPr>
        </p:nvSpPr>
        <p:spPr>
          <a:xfrm>
            <a:off x="7123376" y="4690599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61" name="Text Placeholder 58"/>
          <p:cNvSpPr>
            <a:spLocks noGrp="1"/>
          </p:cNvSpPr>
          <p:nvPr>
            <p:ph type="body" sz="quarter" idx="169" hasCustomPrompt="1"/>
          </p:nvPr>
        </p:nvSpPr>
        <p:spPr>
          <a:xfrm>
            <a:off x="8293580" y="4691529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62" name="Text Placeholder 58"/>
          <p:cNvSpPr>
            <a:spLocks noGrp="1"/>
          </p:cNvSpPr>
          <p:nvPr>
            <p:ph type="body" sz="quarter" idx="170" hasCustomPrompt="1"/>
          </p:nvPr>
        </p:nvSpPr>
        <p:spPr>
          <a:xfrm>
            <a:off x="9463784" y="4697105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63" name="Text Placeholder 58"/>
          <p:cNvSpPr>
            <a:spLocks noGrp="1"/>
          </p:cNvSpPr>
          <p:nvPr>
            <p:ph type="body" sz="quarter" idx="171" hasCustomPrompt="1"/>
          </p:nvPr>
        </p:nvSpPr>
        <p:spPr>
          <a:xfrm>
            <a:off x="10668960" y="4699264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64" name="文本占位符 49">
            <a:extLst>
              <a:ext uri="{FF2B5EF4-FFF2-40B4-BE49-F238E27FC236}">
                <ns2:creationId id="{4DB8405D-9C09-0A95-4A24-CA7F6B926894}"/>
              </a:ext>
            </a:extLst>
          </p:cNvPr>
          <p:cNvSpPr>
            <a:spLocks noGrp="1"/>
          </p:cNvSpPr>
          <p:nvPr>
            <p:ph type="body" sz="quarter" idx="172" hasCustomPrompt="1"/>
          </p:nvPr>
        </p:nvSpPr>
        <p:spPr>
          <a:xfrm>
            <a:off x="5917814" y="5559103"/>
            <a:ext cx="2100086" cy="212986"/>
          </a:xfrm>
          <a:prstGeom prst="roundRect">
            <a:avLst>
              <a:gd name="adj" fmla="val 50000"/>
            </a:avLst>
          </a:prstGeom>
          <a:solidFill>
            <a:srgbClr val="ECF2FF"/>
          </a:solidFill>
          <a:ln>
            <a:solidFill>
              <a:srgbClr val="4162EB"/>
            </a:solidFill>
          </a:ln>
        </p:spPr>
        <p:txBody>
          <a:bodyPr anchor="ctr"/>
          <a:lstStyle>
            <a:lvl1pPr marL="0" indent="0" algn="l">
              <a:buNone/>
              <a:defRPr sz="900" i="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7" name="Picture Placeholder 2"/>
          <p:cNvSpPr>
            <a:spLocks noGrp="1"/>
          </p:cNvSpPr>
          <p:nvPr>
            <p:ph type="pic" sz="quarter" idx="173"/>
          </p:nvPr>
        </p:nvSpPr>
        <p:spPr>
          <a:xfrm>
            <a:off x="5907959" y="4957876"/>
            <a:ext cx="816067" cy="2845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8" name="Picture Placeholder 2"/>
          <p:cNvSpPr>
            <a:spLocks noGrp="1"/>
          </p:cNvSpPr>
          <p:nvPr>
            <p:ph type="pic" sz="quarter" idx="174"/>
          </p:nvPr>
        </p:nvSpPr>
        <p:spPr>
          <a:xfrm>
            <a:off x="7113520" y="4957876"/>
            <a:ext cx="816067" cy="2845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9" name="Picture Placeholder 2"/>
          <p:cNvSpPr>
            <a:spLocks noGrp="1"/>
          </p:cNvSpPr>
          <p:nvPr>
            <p:ph type="pic" sz="quarter" idx="175"/>
          </p:nvPr>
        </p:nvSpPr>
        <p:spPr>
          <a:xfrm>
            <a:off x="9453928" y="4957876"/>
            <a:ext cx="816067" cy="2845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90" name="Picture Placeholder 2"/>
          <p:cNvSpPr>
            <a:spLocks noGrp="1"/>
          </p:cNvSpPr>
          <p:nvPr>
            <p:ph type="pic" sz="quarter" idx="176"/>
          </p:nvPr>
        </p:nvSpPr>
        <p:spPr>
          <a:xfrm>
            <a:off x="8283724" y="4957876"/>
            <a:ext cx="816067" cy="2845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91" name="Picture Placeholder 2"/>
          <p:cNvSpPr>
            <a:spLocks noGrp="1"/>
          </p:cNvSpPr>
          <p:nvPr>
            <p:ph type="pic" sz="quarter" idx="177"/>
          </p:nvPr>
        </p:nvSpPr>
        <p:spPr>
          <a:xfrm>
            <a:off x="10659489" y="4957874"/>
            <a:ext cx="816067" cy="2845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92" name="Text Placeholder 58"/>
          <p:cNvSpPr>
            <a:spLocks noGrp="1"/>
          </p:cNvSpPr>
          <p:nvPr>
            <p:ph type="body" sz="quarter" idx="178" hasCustomPrompt="1"/>
          </p:nvPr>
        </p:nvSpPr>
        <p:spPr>
          <a:xfrm>
            <a:off x="5908344" y="5281600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93" name="Text Placeholder 58"/>
          <p:cNvSpPr>
            <a:spLocks noGrp="1"/>
          </p:cNvSpPr>
          <p:nvPr>
            <p:ph type="body" sz="quarter" idx="179" hasCustomPrompt="1"/>
          </p:nvPr>
        </p:nvSpPr>
        <p:spPr>
          <a:xfrm>
            <a:off x="7113520" y="5280351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94" name="Text Placeholder 58"/>
          <p:cNvSpPr>
            <a:spLocks noGrp="1"/>
          </p:cNvSpPr>
          <p:nvPr>
            <p:ph type="body" sz="quarter" idx="180" hasCustomPrompt="1"/>
          </p:nvPr>
        </p:nvSpPr>
        <p:spPr>
          <a:xfrm>
            <a:off x="8283724" y="5281281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95" name="Text Placeholder 58"/>
          <p:cNvSpPr>
            <a:spLocks noGrp="1"/>
          </p:cNvSpPr>
          <p:nvPr>
            <p:ph type="body" sz="quarter" idx="181" hasCustomPrompt="1"/>
          </p:nvPr>
        </p:nvSpPr>
        <p:spPr>
          <a:xfrm>
            <a:off x="9453928" y="5286857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96" name="Text Placeholder 58"/>
          <p:cNvSpPr>
            <a:spLocks noGrp="1"/>
          </p:cNvSpPr>
          <p:nvPr>
            <p:ph type="body" sz="quarter" idx="182" hasCustomPrompt="1"/>
          </p:nvPr>
        </p:nvSpPr>
        <p:spPr>
          <a:xfrm>
            <a:off x="10659104" y="5289016"/>
            <a:ext cx="1042949" cy="175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 baseline="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1pPr>
            <a:lvl2pPr marL="457200" indent="0">
              <a:buNone/>
              <a:defRPr sz="700">
                <a:latin typeface="Clarity City"/>
                <a:ea typeface="OPPOSans R"/>
                <a:cs typeface="OPPOSans R"/>
              </a:defRPr>
            </a:lvl2pPr>
            <a:lvl3pPr marL="914400" indent="0">
              <a:buNone/>
              <a:defRPr sz="700">
                <a:latin typeface="Clarity City"/>
                <a:ea typeface="OPPOSans R"/>
                <a:cs typeface="OPPOSans R"/>
              </a:defRPr>
            </a:lvl3pPr>
            <a:lvl4pPr marL="1371600" indent="0">
              <a:buNone/>
              <a:defRPr sz="700">
                <a:latin typeface="Clarity City"/>
                <a:ea typeface="OPPOSans R"/>
                <a:cs typeface="OPPOSans R"/>
              </a:defRPr>
            </a:lvl4pPr>
            <a:lvl5pPr marL="1828800" indent="0">
              <a:buNone/>
              <a:defRPr sz="700"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&gt; Description </a:t>
            </a:r>
          </a:p>
        </p:txBody>
      </p:sp>
      <p:sp>
        <p:nvSpPr>
          <p:cNvPr id="107" name="Text Placeholder 463"/>
          <p:cNvSpPr>
            <a:spLocks noGrp="1"/>
          </p:cNvSpPr>
          <p:nvPr>
            <p:ph type="body" sz="quarter" idx="183" hasCustomPrompt="1"/>
          </p:nvPr>
        </p:nvSpPr>
        <p:spPr>
          <a:xfrm>
            <a:off x="5917814" y="5864843"/>
            <a:ext cx="5794095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5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9" name="Picture Placeholder 2"/>
          <p:cNvSpPr>
            <a:spLocks noGrp="1"/>
          </p:cNvSpPr>
          <p:nvPr>
            <p:ph type="pic" sz="quarter" idx="184"/>
          </p:nvPr>
        </p:nvSpPr>
        <p:spPr>
          <a:xfrm>
            <a:off x="849435" y="5724829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0" name="Picture Placeholder 2"/>
          <p:cNvSpPr>
            <a:spLocks noGrp="1"/>
          </p:cNvSpPr>
          <p:nvPr>
            <p:ph type="pic" sz="quarter" idx="185"/>
          </p:nvPr>
        </p:nvSpPr>
        <p:spPr>
          <a:xfrm>
            <a:off x="1734322" y="5724829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111" name="Picture Placeholder 2"/>
          <p:cNvSpPr>
            <a:spLocks noGrp="1"/>
          </p:cNvSpPr>
          <p:nvPr>
            <p:ph type="pic" sz="quarter" idx="186"/>
          </p:nvPr>
        </p:nvSpPr>
        <p:spPr>
          <a:xfrm>
            <a:off x="3509330" y="5724829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2" name="Picture Placeholder 2"/>
          <p:cNvSpPr>
            <a:spLocks noGrp="1"/>
          </p:cNvSpPr>
          <p:nvPr>
            <p:ph type="pic" sz="quarter" idx="187"/>
          </p:nvPr>
        </p:nvSpPr>
        <p:spPr>
          <a:xfrm>
            <a:off x="2619209" y="5724828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113" name="Picture Placeholder 2"/>
          <p:cNvSpPr>
            <a:spLocks noGrp="1"/>
          </p:cNvSpPr>
          <p:nvPr>
            <p:ph type="pic" sz="quarter" idx="188"/>
          </p:nvPr>
        </p:nvSpPr>
        <p:spPr>
          <a:xfrm>
            <a:off x="4399451" y="5724827"/>
            <a:ext cx="816067" cy="2800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4041380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37" descr="张着嘴&#10;&#10;低可信度描述已自动生成">
            <a:extLst>
              <a:ext uri="{FF2B5EF4-FFF2-40B4-BE49-F238E27FC236}">
                <ns2:creationId id="{2F6587B4-8EC4-3E44-7D20-EB1827B7A89D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标题占位符 8">
            <a:extLst>
              <a:ext uri="{FF2B5EF4-FFF2-40B4-BE49-F238E27FC236}">
                <ns2:creationId id="{1116E339-7635-41ED-B7EC-B0CFB528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22" y="438764"/>
            <a:ext cx="4658832" cy="586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5" name="文本占位符 6">
            <a:extLst>
              <a:ext uri="{FF2B5EF4-FFF2-40B4-BE49-F238E27FC236}">
                <ns2:creationId id="{8A44D814-6E3E-83EE-630E-A6A06F387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2" y="1032841"/>
            <a:ext cx="4658832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Text Placeholder 463"/>
          <p:cNvSpPr>
            <a:spLocks noGrp="1"/>
          </p:cNvSpPr>
          <p:nvPr>
            <p:ph type="body" sz="quarter" idx="146" hasCustomPrompt="1"/>
          </p:nvPr>
        </p:nvSpPr>
        <p:spPr>
          <a:xfrm>
            <a:off x="551121" y="1561022"/>
            <a:ext cx="303349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8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551121" y="2362988"/>
            <a:ext cx="1010352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baseline="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 </a:t>
            </a:r>
          </a:p>
        </p:txBody>
      </p:sp>
      <p:sp>
        <p:nvSpPr>
          <p:cNvPr id="9" name="文本占位符 6">
            <a:extLst>
              <a:ext uri="{FF2B5EF4-FFF2-40B4-BE49-F238E27FC236}">
                <ns2:creationId id="{B78A25DB-7ECA-9CB2-DB73-FE27D072DC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1121" y="2896641"/>
            <a:ext cx="4658832" cy="2125626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7" hasCustomPrompt="1"/>
          </p:nvPr>
        </p:nvSpPr>
        <p:spPr>
          <a:xfrm>
            <a:off x="611188" y="5643918"/>
            <a:ext cx="1440896" cy="537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logo</a:t>
            </a:r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48" hasCustomPrompt="1"/>
          </p:nvPr>
        </p:nvSpPr>
        <p:spPr>
          <a:xfrm>
            <a:off x="6252521" y="2547509"/>
            <a:ext cx="5099622" cy="26890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picture</a:t>
            </a:r>
          </a:p>
        </p:txBody>
      </p:sp>
      <p:sp>
        <p:nvSpPr>
          <p:cNvPr id="1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6252521" y="656453"/>
            <a:ext cx="1010352" cy="3690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baseline="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 </a:t>
            </a:r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50" hasCustomPrompt="1"/>
          </p:nvPr>
        </p:nvSpPr>
        <p:spPr>
          <a:xfrm>
            <a:off x="6466352" y="1299456"/>
            <a:ext cx="514432" cy="4668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23" name="Text Placeholder 463"/>
          <p:cNvSpPr>
            <a:spLocks noGrp="1"/>
          </p:cNvSpPr>
          <p:nvPr>
            <p:ph type="body" sz="quarter" idx="155" hasCustomPrompt="1"/>
          </p:nvPr>
        </p:nvSpPr>
        <p:spPr>
          <a:xfrm>
            <a:off x="6252521" y="1838765"/>
            <a:ext cx="942094" cy="3958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0" baseline="0">
                <a:solidFill>
                  <a:srgbClr val="1E2856"/>
                </a:solidFill>
                <a:latin typeface="Clarity City" panose="00000700000000000000" pitchFamily="2" charset="0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sz="1059" i="0" u="none" strike="noStrike" kern="1200" cap="none" spc="0" normalizeH="0" baseline="0" noProof="0" dirty="0">
                <a:ln>
                  <a:noFill/>
                </a:ln>
                <a:solidFill>
                  <a:srgbClr val="1E2443"/>
                </a:solidFill>
                <a:effectLst/>
                <a:uLnTx/>
                <a:uFillTx/>
                <a:latin typeface="Clarity City" pitchFamily="2" charset="0"/>
                <a:ea typeface="OPPOSans R" panose="02010600030101010101" pitchFamily="2" charset="-122"/>
                <a:cs typeface="OPPOSans R"/>
              </a:rPr>
              <a:t>Description</a:t>
            </a:r>
          </a:p>
        </p:txBody>
      </p:sp>
      <p:sp>
        <p:nvSpPr>
          <p:cNvPr id="24" name="Picture Placeholder 10"/>
          <p:cNvSpPr>
            <a:spLocks noGrp="1"/>
          </p:cNvSpPr>
          <p:nvPr>
            <p:ph type="pic" sz="quarter" idx="156" hasCustomPrompt="1"/>
          </p:nvPr>
        </p:nvSpPr>
        <p:spPr>
          <a:xfrm>
            <a:off x="7474778" y="1294131"/>
            <a:ext cx="514432" cy="4721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25" name="Text Placeholder 463"/>
          <p:cNvSpPr>
            <a:spLocks noGrp="1"/>
          </p:cNvSpPr>
          <p:nvPr>
            <p:ph type="body" sz="quarter" idx="157" hasCustomPrompt="1"/>
          </p:nvPr>
        </p:nvSpPr>
        <p:spPr>
          <a:xfrm>
            <a:off x="7262873" y="1833440"/>
            <a:ext cx="938242" cy="3958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0" baseline="0">
                <a:solidFill>
                  <a:srgbClr val="1E2856"/>
                </a:solidFill>
                <a:latin typeface="Clarity City" panose="00000700000000000000" pitchFamily="2" charset="0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sz="1059" i="0" u="none" strike="noStrike" kern="1200" cap="none" spc="0" normalizeH="0" baseline="0" noProof="0" dirty="0">
                <a:ln>
                  <a:noFill/>
                </a:ln>
                <a:solidFill>
                  <a:srgbClr val="1E2443"/>
                </a:solidFill>
                <a:effectLst/>
                <a:uLnTx/>
                <a:uFillTx/>
                <a:latin typeface="Clarity City" pitchFamily="2" charset="0"/>
                <a:ea typeface="OPPOSans R" panose="02010600030101010101" pitchFamily="2" charset="-122"/>
                <a:cs typeface="OPPOSans R"/>
              </a:rPr>
              <a:t>Description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158" hasCustomPrompt="1"/>
          </p:nvPr>
        </p:nvSpPr>
        <p:spPr>
          <a:xfrm>
            <a:off x="8483204" y="1294131"/>
            <a:ext cx="514432" cy="4721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27" name="Text Placeholder 463"/>
          <p:cNvSpPr>
            <a:spLocks noGrp="1"/>
          </p:cNvSpPr>
          <p:nvPr>
            <p:ph type="body" sz="quarter" idx="159" hasCustomPrompt="1"/>
          </p:nvPr>
        </p:nvSpPr>
        <p:spPr>
          <a:xfrm>
            <a:off x="8271299" y="1833440"/>
            <a:ext cx="938242" cy="3958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0" baseline="0">
                <a:solidFill>
                  <a:srgbClr val="1E2856"/>
                </a:solidFill>
                <a:latin typeface="Clarity City" panose="00000700000000000000" pitchFamily="2" charset="0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sz="1059" i="0" u="none" strike="noStrike" kern="1200" cap="none" spc="0" normalizeH="0" baseline="0" noProof="0" dirty="0">
                <a:ln>
                  <a:noFill/>
                </a:ln>
                <a:solidFill>
                  <a:srgbClr val="1E2443"/>
                </a:solidFill>
                <a:effectLst/>
                <a:uLnTx/>
                <a:uFillTx/>
                <a:latin typeface="Clarity City" pitchFamily="2" charset="0"/>
                <a:ea typeface="OPPOSans R" panose="02010600030101010101" pitchFamily="2" charset="-122"/>
                <a:cs typeface="OPPOSans R"/>
              </a:rPr>
              <a:t>Description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160" hasCustomPrompt="1"/>
          </p:nvPr>
        </p:nvSpPr>
        <p:spPr>
          <a:xfrm>
            <a:off x="9491630" y="1294131"/>
            <a:ext cx="514432" cy="4721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29" name="Text Placeholder 463"/>
          <p:cNvSpPr>
            <a:spLocks noGrp="1"/>
          </p:cNvSpPr>
          <p:nvPr>
            <p:ph type="body" sz="quarter" idx="161" hasCustomPrompt="1"/>
          </p:nvPr>
        </p:nvSpPr>
        <p:spPr>
          <a:xfrm>
            <a:off x="9279725" y="1833440"/>
            <a:ext cx="938242" cy="3958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0" baseline="0">
                <a:solidFill>
                  <a:srgbClr val="1E2856"/>
                </a:solidFill>
                <a:latin typeface="Clarity City" panose="00000700000000000000" pitchFamily="2" charset="0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sz="1059" i="0" u="none" strike="noStrike" kern="1200" cap="none" spc="0" normalizeH="0" baseline="0" noProof="0" dirty="0">
                <a:ln>
                  <a:noFill/>
                </a:ln>
                <a:solidFill>
                  <a:srgbClr val="1E2443"/>
                </a:solidFill>
                <a:effectLst/>
                <a:uLnTx/>
                <a:uFillTx/>
                <a:latin typeface="Clarity City" pitchFamily="2" charset="0"/>
                <a:ea typeface="OPPOSans R" panose="02010600030101010101" pitchFamily="2" charset="-122"/>
                <a:cs typeface="OPPOSans R"/>
              </a:rPr>
              <a:t>Description</a:t>
            </a:r>
          </a:p>
        </p:txBody>
      </p:sp>
      <p:sp>
        <p:nvSpPr>
          <p:cNvPr id="34" name="Picture Placeholder 10"/>
          <p:cNvSpPr>
            <a:spLocks noGrp="1"/>
          </p:cNvSpPr>
          <p:nvPr>
            <p:ph type="pic" sz="quarter" idx="162" hasCustomPrompt="1"/>
          </p:nvPr>
        </p:nvSpPr>
        <p:spPr>
          <a:xfrm>
            <a:off x="10500056" y="1296631"/>
            <a:ext cx="514432" cy="4721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icon</a:t>
            </a:r>
          </a:p>
        </p:txBody>
      </p:sp>
      <p:sp>
        <p:nvSpPr>
          <p:cNvPr id="35" name="Text Placeholder 463"/>
          <p:cNvSpPr>
            <a:spLocks noGrp="1"/>
          </p:cNvSpPr>
          <p:nvPr>
            <p:ph type="body" sz="quarter" idx="163" hasCustomPrompt="1"/>
          </p:nvPr>
        </p:nvSpPr>
        <p:spPr>
          <a:xfrm>
            <a:off x="10288151" y="1835940"/>
            <a:ext cx="938242" cy="3958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0" baseline="0">
                <a:solidFill>
                  <a:srgbClr val="1E2856"/>
                </a:solidFill>
                <a:latin typeface="Clarity City" panose="00000700000000000000" pitchFamily="2" charset="0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sz="1059" i="0" u="none" strike="noStrike" kern="1200" cap="none" spc="0" normalizeH="0" baseline="0" noProof="0" dirty="0">
                <a:ln>
                  <a:noFill/>
                </a:ln>
                <a:solidFill>
                  <a:srgbClr val="1E2443"/>
                </a:solidFill>
                <a:effectLst/>
                <a:uLnTx/>
                <a:uFillTx/>
                <a:latin typeface="Clarity City" pitchFamily="2" charset="0"/>
                <a:ea typeface="OPPOSans R" panose="02010600030101010101" pitchFamily="2" charset="-122"/>
                <a:cs typeface="OPPOSans R"/>
              </a:rPr>
              <a:t>Description</a:t>
            </a:r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164" hasCustomPrompt="1"/>
          </p:nvPr>
        </p:nvSpPr>
        <p:spPr>
          <a:xfrm>
            <a:off x="6252522" y="5441951"/>
            <a:ext cx="1789300" cy="2812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rgbClr val="1E2856"/>
                </a:solidFill>
                <a:latin typeface="Clarity City" panose="000009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40" name="Text Placeholder 463"/>
          <p:cNvSpPr>
            <a:spLocks noGrp="1"/>
          </p:cNvSpPr>
          <p:nvPr>
            <p:ph type="body" sz="quarter" idx="165" hasCustomPrompt="1"/>
          </p:nvPr>
        </p:nvSpPr>
        <p:spPr>
          <a:xfrm>
            <a:off x="6252521" y="5772009"/>
            <a:ext cx="1789300" cy="2650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1" name="Text Placeholder 37"/>
          <p:cNvSpPr>
            <a:spLocks noGrp="1"/>
          </p:cNvSpPr>
          <p:nvPr>
            <p:ph type="body" sz="quarter" idx="166" hasCustomPrompt="1"/>
          </p:nvPr>
        </p:nvSpPr>
        <p:spPr>
          <a:xfrm>
            <a:off x="9562843" y="5441951"/>
            <a:ext cx="1789300" cy="2812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E2856"/>
                </a:solidFill>
                <a:latin typeface="Clarity City" panose="000009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42" name="Text Placeholder 463"/>
          <p:cNvSpPr>
            <a:spLocks noGrp="1"/>
          </p:cNvSpPr>
          <p:nvPr>
            <p:ph type="body" sz="quarter" idx="167" hasCustomPrompt="1"/>
          </p:nvPr>
        </p:nvSpPr>
        <p:spPr>
          <a:xfrm>
            <a:off x="9562843" y="5772009"/>
            <a:ext cx="178930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5:creationId val="3245228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Case stud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7" descr="张着嘴&#10;&#10;低可信度描述已自动生成">
            <a:extLst>
              <a:ext uri="{FF2B5EF4-FFF2-40B4-BE49-F238E27FC236}">
                <ns2:creationId id="{2F6587B4-8EC4-3E44-7D20-EB1827B7A89D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8">
            <a:extLst>
              <a:ext uri="{FF2B5EF4-FFF2-40B4-BE49-F238E27FC236}">
                <ns2:creationId id="{1116E339-7635-41ED-B7EC-B0CFB52820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2" y="438764"/>
            <a:ext cx="5849678" cy="9657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3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551121" y="3424345"/>
            <a:ext cx="1010352" cy="23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aseline="0">
                <a:solidFill>
                  <a:srgbClr val="4162EB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 </a:t>
            </a:r>
          </a:p>
        </p:txBody>
      </p:sp>
      <p:sp>
        <p:nvSpPr>
          <p:cNvPr id="4" name="文本占位符 6">
            <a:extLst>
              <a:ext uri="{FF2B5EF4-FFF2-40B4-BE49-F238E27FC236}">
                <ns2:creationId id="{B78A25DB-7ECA-9CB2-DB73-FE27D072DC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1121" y="3729398"/>
            <a:ext cx="4147425" cy="1520237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" name="Picture Placeholder 10"/>
          <p:cNvSpPr>
            <a:spLocks noGrp="1"/>
          </p:cNvSpPr>
          <p:nvPr>
            <p:ph type="pic" sz="quarter" idx="147" hasCustomPrompt="1"/>
          </p:nvPr>
        </p:nvSpPr>
        <p:spPr>
          <a:xfrm>
            <a:off x="611188" y="5643918"/>
            <a:ext cx="1440896" cy="537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logo</a:t>
            </a:r>
          </a:p>
        </p:txBody>
      </p:sp>
      <p:sp>
        <p:nvSpPr>
          <p:cNvPr id="6" name="Text Placeholder 39">
            <a:extLst>
              <a:ext uri="{FF2B5EF4-FFF2-40B4-BE49-F238E27FC236}">
                <ns2:creationId id="{77FDE51F-DF95-741A-6BE9-A5DBBCA1BFD4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551121" y="1590888"/>
            <a:ext cx="1010352" cy="23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2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 </a:t>
            </a:r>
          </a:p>
        </p:txBody>
      </p:sp>
      <p:sp>
        <p:nvSpPr>
          <p:cNvPr id="7" name="文本占位符 6">
            <a:extLst>
              <a:ext uri="{FF2B5EF4-FFF2-40B4-BE49-F238E27FC236}">
                <ns2:creationId id="{B78A25DB-7ECA-9CB2-DB73-FE27D072DC75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551121" y="1895941"/>
            <a:ext cx="4147425" cy="1342019"/>
          </a:xfrm>
          <a:prstGeom prst="rect">
            <a:avLst/>
          </a:prstGeom>
          <a:noFill/>
        </p:spPr>
        <p:txBody>
          <a:bodyPr tIns="10800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50" hasCustomPrompt="1"/>
          </p:nvPr>
        </p:nvSpPr>
        <p:spPr>
          <a:xfrm>
            <a:off x="6252521" y="2453368"/>
            <a:ext cx="5099622" cy="28697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Clarity City"/>
                <a:ea typeface="OPPOSans R"/>
                <a:cs typeface="OPPOSans R"/>
              </a:defRPr>
            </a:lvl1pPr>
          </a:lstStyle>
          <a:p>
            <a:r>
              <a:rPr lang="en-US" dirty="0">
                <a:latin typeface="Clarity City"/>
                <a:ea typeface="OPPOSans R"/>
                <a:cs typeface="OPPOSans R"/>
              </a:rPr>
              <a:t>picture</a:t>
            </a:r>
          </a:p>
        </p:txBody>
      </p:sp>
      <p:sp>
        <p:nvSpPr>
          <p:cNvPr id="9" name="Text Placeholder 37"/>
          <p:cNvSpPr>
            <a:spLocks noGrp="1"/>
          </p:cNvSpPr>
          <p:nvPr>
            <p:ph type="body" sz="quarter" idx="164" hasCustomPrompt="1"/>
          </p:nvPr>
        </p:nvSpPr>
        <p:spPr>
          <a:xfrm>
            <a:off x="6509697" y="5465451"/>
            <a:ext cx="1789300" cy="2812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rgbClr val="1E2856"/>
                </a:solidFill>
                <a:latin typeface="Clarity City" panose="000009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0" name="Text Placeholder 463"/>
          <p:cNvSpPr>
            <a:spLocks noGrp="1"/>
          </p:cNvSpPr>
          <p:nvPr>
            <p:ph type="body" sz="quarter" idx="165" hasCustomPrompt="1"/>
          </p:nvPr>
        </p:nvSpPr>
        <p:spPr>
          <a:xfrm>
            <a:off x="6509696" y="5795509"/>
            <a:ext cx="1789300" cy="2650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" name="Text Placeholder 37"/>
          <p:cNvSpPr>
            <a:spLocks noGrp="1"/>
          </p:cNvSpPr>
          <p:nvPr>
            <p:ph type="body" sz="quarter" idx="166" hasCustomPrompt="1"/>
          </p:nvPr>
        </p:nvSpPr>
        <p:spPr>
          <a:xfrm>
            <a:off x="9354654" y="5465451"/>
            <a:ext cx="1789300" cy="2812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E2856"/>
                </a:solidFill>
                <a:latin typeface="Clarity City" panose="000009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2" name="Text Placeholder 463"/>
          <p:cNvSpPr>
            <a:spLocks noGrp="1"/>
          </p:cNvSpPr>
          <p:nvPr>
            <p:ph type="body" sz="quarter" idx="167" hasCustomPrompt="1"/>
          </p:nvPr>
        </p:nvSpPr>
        <p:spPr>
          <a:xfrm>
            <a:off x="9354654" y="5795509"/>
            <a:ext cx="178930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3" name="Text Placeholder 37"/>
          <p:cNvSpPr>
            <a:spLocks noGrp="1"/>
          </p:cNvSpPr>
          <p:nvPr>
            <p:ph type="body" sz="quarter" idx="168" hasCustomPrompt="1"/>
          </p:nvPr>
        </p:nvSpPr>
        <p:spPr>
          <a:xfrm>
            <a:off x="6509697" y="1715951"/>
            <a:ext cx="1789300" cy="28121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rgbClr val="1E2856"/>
                </a:solidFill>
                <a:latin typeface="Clarity City" panose="000009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4" name="Text Placeholder 463"/>
          <p:cNvSpPr>
            <a:spLocks noGrp="1"/>
          </p:cNvSpPr>
          <p:nvPr>
            <p:ph type="body" sz="quarter" idx="169" hasCustomPrompt="1"/>
          </p:nvPr>
        </p:nvSpPr>
        <p:spPr>
          <a:xfrm>
            <a:off x="6509696" y="2046009"/>
            <a:ext cx="1789300" cy="2650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5" name="Text Placeholder 37"/>
          <p:cNvSpPr>
            <a:spLocks noGrp="1"/>
          </p:cNvSpPr>
          <p:nvPr>
            <p:ph type="body" sz="quarter" idx="170" hasCustomPrompt="1"/>
          </p:nvPr>
        </p:nvSpPr>
        <p:spPr>
          <a:xfrm>
            <a:off x="9354654" y="1715951"/>
            <a:ext cx="1789300" cy="28121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E2856"/>
                </a:solidFill>
                <a:latin typeface="Clarity City" panose="000009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Metric</a:t>
            </a:r>
          </a:p>
        </p:txBody>
      </p:sp>
      <p:sp>
        <p:nvSpPr>
          <p:cNvPr id="16" name="Text Placeholder 463"/>
          <p:cNvSpPr>
            <a:spLocks noGrp="1"/>
          </p:cNvSpPr>
          <p:nvPr>
            <p:ph type="body" sz="quarter" idx="171" hasCustomPrompt="1"/>
          </p:nvPr>
        </p:nvSpPr>
        <p:spPr>
          <a:xfrm>
            <a:off x="9354654" y="2046009"/>
            <a:ext cx="1789300" cy="2650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aseline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  <a:lvl2pPr marL="4572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2pPr>
            <a:lvl3pPr marL="9144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3pPr>
            <a:lvl4pPr marL="13716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4pPr>
            <a:lvl5pPr marL="1828800" indent="0" algn="ctr">
              <a:buNone/>
              <a:defRPr sz="1000">
                <a:solidFill>
                  <a:schemeClr val="bg1">
                    <a:lumMod val="50000"/>
                  </a:schemeClr>
                </a:solidFill>
                <a:latin typeface="Clarity City"/>
                <a:ea typeface="OPPOSans R"/>
                <a:cs typeface="OPPOSans R"/>
              </a:defRPr>
            </a:lvl5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5:creationId val="41150168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Cover_Dark ver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城市里有灯光&#10;&#10;描述已自动生成">
            <a:extLst>
              <a:ext uri="{FF2B5EF4-FFF2-40B4-BE49-F238E27FC236}">
                <ns2:creationId id="{CC31BE9E-9D72-FAE2-3134-112BE5E29B9A}"/>
              </a:ext>
            </a:extLst>
          </p:cNvPr>
          <p:cNvPicPr>
            <a:picLocks noChangeAspect="1"/>
          </p:cNvPicPr>
          <p:nvPr userDrawn="1"/>
        </p:nvPicPr>
        <p:blipFill>
          <a:blip ns3:embed="rId2"/>
          <a:stretch>
            <a:fillRect/>
          </a:stretch>
        </p:blipFill>
        <p:spPr>
          <a:xfrm>
            <a:off x="0" y="-1"/>
            <a:ext cx="12198489" cy="6858001"/>
          </a:xfrm>
          <a:prstGeom prst="rect">
            <a:avLst/>
          </a:prstGeom>
        </p:spPr>
      </p:pic>
      <p:pic>
        <p:nvPicPr>
          <p:cNvPr id="5" name="图片 5">
            <a:extLst>
              <a:ext uri="{FF2B5EF4-FFF2-40B4-BE49-F238E27FC236}">
                <ns2:creationId id="{075D1FA4-740A-A107-D99F-C5EC0EE8928A}"/>
              </a:ext>
            </a:extLst>
          </p:cNvPr>
          <p:cNvPicPr>
            <a:picLocks noChangeAspect="1"/>
          </p:cNvPicPr>
          <p:nvPr userDrawn="1"/>
        </p:nvPicPr>
        <p: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6426202"/>
            <a:ext cx="12192000" cy="431799"/>
          </a:xfrm>
          <a:prstGeom prst="rect">
            <a:avLst/>
          </a:prstGeom>
        </p:spPr>
      </p:pic>
      <p:pic>
        <p:nvPicPr>
          <p:cNvPr id="16" name="图片 37" descr="文本&#10;&#10;AI 生成的内容可能不正确。">
            <a:extLst>
              <a:ext uri="{FF2B5EF4-FFF2-40B4-BE49-F238E27FC236}">
                <ns2:creationId id="{32423C32-53DB-87DB-22A5-9228E5DF7282}"/>
              </a:ext>
            </a:extLst>
          </p:cNvPr>
          <p:cNvPicPr>
            <a:picLocks noChangeAspect="1"/>
          </p:cNvPicPr>
          <p:nvPr userDrawn="1"/>
        </p:nvPicPr>
        <p:blipFill>
          <a:blip ns3:embed="rId4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2339605" y="597452"/>
            <a:ext cx="1108445" cy="445357"/>
          </a:xfrm>
          <a:prstGeom prst="rect">
            <a:avLst/>
          </a:prstGeom>
        </p:spPr>
      </p:pic>
      <p:pic>
        <p:nvPicPr>
          <p:cNvPr id="18" name="图片 1" descr="画着卡通图案&#10;&#10;低可信度描述已自动生成">
            <a:extLst>
              <a:ext uri="{FF2B5EF4-FFF2-40B4-BE49-F238E27FC236}">
                <ns2:creationId id="{1BAC51B7-A22A-9D79-7980-2CF3F2945292}"/>
              </a:ext>
            </a:extLst>
          </p:cNvPr>
          <p:cNvPicPr>
            <a:picLocks noChangeAspect="1"/>
          </p:cNvPicPr>
          <p:nvPr userDrawn="1"/>
        </p:nvPicPr>
        <p:blipFill>
          <a:blip ns3:embed="rId5"/>
          <a:stretch>
            <a:fillRect/>
          </a:stretch>
        </p:blipFill>
        <p:spPr>
          <a:xfrm>
            <a:off x="557944" y="541524"/>
            <a:ext cx="1781661" cy="564786"/>
          </a:xfrm>
          <a:prstGeom prst="rect">
            <a:avLst/>
          </a:prstGeom>
        </p:spPr>
      </p:pic>
      <p:sp>
        <p:nvSpPr>
          <p:cNvPr id="19" name="标题占位符 8">
            <a:extLst>
              <a:ext uri="{FF2B5EF4-FFF2-40B4-BE49-F238E27FC236}">
                <ns2:creationId id="{B19E3242-17BC-840B-71C1-6B4C009BFD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456" y="2021378"/>
            <a:ext cx="3456237" cy="14076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4000" b="1">
                <a:solidFill>
                  <a:schemeClr val="bg1"/>
                </a:solidFill>
                <a:latin typeface="Clarity City" panose="00000900000000000000" pitchFamily="2" charset="0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br>
              <a:rPr kumimoji="1" lang="en-US" altLang="zh-CN" dirty="0" b="1">
                <a:latin typeface="Clarity City"/>
                <a:ea typeface="OPPOSans B"/>
                <a:cs typeface="OPPOSans B"/>
              </a:rPr>
            </a:b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20" name="文本占位符 6">
            <a:extLst>
              <a:ext uri="{FF2B5EF4-FFF2-40B4-BE49-F238E27FC236}">
                <ns2:creationId id="{B447B9F3-79D9-A1E1-3268-AA0F7965A1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6456" y="3596178"/>
            <a:ext cx="3456237" cy="1001222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400" i="0" kern="1200" dirty="0">
                <a:solidFill>
                  <a:schemeClr val="bg1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36207934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 preserve="1" userDrawn="1">
  <p:cSld name="Cover_Blan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 descr="背景图案&#10;&#10;描述已自动生成">
            <a:extLst>
              <a:ext uri="{FF2B5EF4-FFF2-40B4-BE49-F238E27FC236}">
                <ns2:creationId id="{0E2FB00D-4269-7774-5E60-1A05C507679E}"/>
              </a:ext>
            </a:extLst>
          </p:cNvPr>
          <p:cNvPicPr>
            <a:picLocks noChangeAspect="1"/>
          </p:cNvPicPr>
          <p:nvPr userDrawn="1"/>
        </p:nvPicPr>
        <p: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t="741" b="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ns2:creationId id="{77CEB634-4C4F-6149-9210-B7ECE37605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pic>
        <p:nvPicPr>
          <p:cNvPr id="5" name="图片 5">
            <a:extLst>
              <a:ext uri="{FF2B5EF4-FFF2-40B4-BE49-F238E27FC236}">
                <ns2:creationId id="{075D1FA4-740A-A107-D99F-C5EC0EE8928A}"/>
              </a:ext>
            </a:extLst>
          </p:cNvPr>
          <p:cNvPicPr>
            <a:picLocks noChangeAspect="1"/>
          </p:cNvPicPr>
          <p:nvPr userDrawn="1"/>
        </p:nvPicPr>
        <p: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6426202"/>
            <a:ext cx="12192000" cy="431799"/>
          </a:xfrm>
          <a:prstGeom prst="rect">
            <a:avLst/>
          </a:prstGeom>
        </p:spPr>
      </p:pic>
      <p:pic>
        <p:nvPicPr>
          <p:cNvPr id="16" name="图片 37" descr="文本&#10;&#10;AI 生成的内容可能不正确。">
            <a:extLst>
              <a:ext uri="{FF2B5EF4-FFF2-40B4-BE49-F238E27FC236}">
                <ns2:creationId id="{32423C32-53DB-87DB-22A5-9228E5DF7282}"/>
              </a:ext>
            </a:extLst>
          </p:cNvPr>
          <p:cNvPicPr>
            <a:picLocks noChangeAspect="1"/>
          </p:cNvPicPr>
          <p:nvPr userDrawn="1"/>
        </p:nvPicPr>
        <p:blipFill>
          <a:blip ns3:embed="rId4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2339605" y="597452"/>
            <a:ext cx="1108445" cy="445357"/>
          </a:xfrm>
          <a:prstGeom prst="rect">
            <a:avLst/>
          </a:prstGeom>
        </p:spPr>
      </p:pic>
      <p:pic>
        <p:nvPicPr>
          <p:cNvPr id="18" name="图片 1" descr="画着卡通图案&#10;&#10;低可信度描述已自动生成">
            <a:extLst>
              <a:ext uri="{FF2B5EF4-FFF2-40B4-BE49-F238E27FC236}">
                <ns2:creationId id="{1BAC51B7-A22A-9D79-7980-2CF3F2945292}"/>
              </a:ext>
            </a:extLst>
          </p:cNvPr>
          <p:cNvPicPr>
            <a:picLocks noChangeAspect="1"/>
          </p:cNvPicPr>
          <p:nvPr userDrawn="1"/>
        </p:nvPicPr>
        <p:blipFill>
          <a:blip ns3:embed="rId5"/>
          <a:stretch>
            <a:fillRect/>
          </a:stretch>
        </p:blipFill>
        <p:spPr>
          <a:xfrm>
            <a:off x="557944" y="541524"/>
            <a:ext cx="1781661" cy="564786"/>
          </a:xfrm>
          <a:prstGeom prst="rect">
            <a:avLst/>
          </a:prstGeom>
        </p:spPr>
      </p:pic>
      <p:sp>
        <p:nvSpPr>
          <p:cNvPr id="19" name="标题占位符 8">
            <a:extLst>
              <a:ext uri="{FF2B5EF4-FFF2-40B4-BE49-F238E27FC236}">
                <ns2:creationId id="{B19E3242-17BC-840B-71C1-6B4C009BFD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456" y="2021378"/>
            <a:ext cx="3456237" cy="14076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4000" b="1">
                <a:solidFill>
                  <a:schemeClr val="bg1"/>
                </a:solidFill>
                <a:latin typeface="Clarity City" panose="00000900000000000000" pitchFamily="2" charset="0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br>
              <a:rPr kumimoji="1" lang="en-US" altLang="zh-CN" dirty="0" b="1">
                <a:latin typeface="Clarity City"/>
                <a:ea typeface="OPPOSans B"/>
                <a:cs typeface="OPPOSans B"/>
              </a:rPr>
            </a:b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20" name="文本占位符 6">
            <a:extLst>
              <a:ext uri="{FF2B5EF4-FFF2-40B4-BE49-F238E27FC236}">
                <ns2:creationId id="{B447B9F3-79D9-A1E1-3268-AA0F7965A1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6456" y="3596178"/>
            <a:ext cx="3456237" cy="1001222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400" i="0" kern="1200" dirty="0">
                <a:solidFill>
                  <a:schemeClr val="bg1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26765667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 xmlns:p="http://schemas.openxmlformats.org/presentationml/2006/main" preserve="1" userDrawn="1">
  <p:cSld name="Central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ns2:creationId id="{128BBDD8-2010-BEE6-1F8B-1A8AD671FA86}"/>
              </a:ext>
            </a:extLst>
          </p:cNvPr>
          <p:cNvSpPr/>
          <p:nvPr userDrawn="1"/>
        </p:nvSpPr>
        <p:spPr>
          <a:xfrm>
            <a:off x="5032324" y="2930188"/>
            <a:ext cx="1763626" cy="1763626"/>
          </a:xfrm>
          <a:prstGeom prst="ellipse">
            <a:avLst/>
          </a:prstGeom>
          <a:solidFill>
            <a:srgbClr val="F0FAFF"/>
          </a:solidFill>
          <a:ln w="136525">
            <a:solidFill>
              <a:srgbClr val="1E28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标题占位符 8">
            <a:extLst>
              <a:ext uri="{FF2B5EF4-FFF2-40B4-BE49-F238E27FC236}">
                <ns2:creationId id="{D9BA2D4D-FC42-EC19-8E1E-1D9598BB4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AF5B1B40-2442-671F-CD48-80507542C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Rounded Rectangle 26">
            <a:extLst>
              <a:ext uri="{FF2B5EF4-FFF2-40B4-BE49-F238E27FC236}">
                <ns2:creationId id="{4FAE6D4F-C8F2-78F5-916B-2FA633F235C0}"/>
              </a:ext>
            </a:extLst>
          </p:cNvPr>
          <p:cNvSpPr/>
          <p:nvPr userDrawn="1"/>
        </p:nvSpPr>
        <p:spPr>
          <a:xfrm>
            <a:off x="8890373" y="1830740"/>
            <a:ext cx="3023722" cy="1256440"/>
          </a:xfrm>
          <a:prstGeom prst="roundRect">
            <a:avLst>
              <a:gd name="adj" fmla="val 5488"/>
            </a:avLst>
          </a:prstGeom>
          <a:solidFill>
            <a:schemeClr val="bg1"/>
          </a:solidFill>
          <a:ln>
            <a:solidFill>
              <a:srgbClr val="1E28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文本占位符 49">
            <a:extLst>
              <a:ext uri="{FF2B5EF4-FFF2-40B4-BE49-F238E27FC236}">
                <ns2:creationId id="{78099847-4256-178D-9460-3A05F2F8D06D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9061752" y="1703633"/>
            <a:ext cx="853773" cy="254214"/>
          </a:xfrm>
          <a:prstGeom prst="roundRect">
            <a:avLst>
              <a:gd name="adj" fmla="val 50000"/>
            </a:avLst>
          </a:prstGeom>
          <a:solidFill>
            <a:srgbClr val="4162EB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7" name="文本占位符 6">
            <a:extLst>
              <a:ext uri="{FF2B5EF4-FFF2-40B4-BE49-F238E27FC236}">
                <ns2:creationId id="{B7F6D58C-AEB5-0781-D1D8-EAF0E4C87E56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51121" y="1838086"/>
            <a:ext cx="2575403" cy="714614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4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文本占位符 6">
            <a:extLst>
              <a:ext uri="{FF2B5EF4-FFF2-40B4-BE49-F238E27FC236}">
                <ns2:creationId id="{3F9228E7-0E72-2013-6A1C-6F7122011387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551121" y="2688985"/>
            <a:ext cx="2575403" cy="3110773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100" i="0" kern="1200" dirty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" name="Rounded Rectangle 26">
            <a:extLst>
              <a:ext uri="{FF2B5EF4-FFF2-40B4-BE49-F238E27FC236}">
                <ns2:creationId id="{C4240AD9-E4AD-EB63-CC9C-EF707711E4CC}"/>
              </a:ext>
            </a:extLst>
          </p:cNvPr>
          <p:cNvSpPr/>
          <p:nvPr userDrawn="1"/>
        </p:nvSpPr>
        <p:spPr>
          <a:xfrm>
            <a:off x="8890373" y="3373789"/>
            <a:ext cx="3023722" cy="2767703"/>
          </a:xfrm>
          <a:prstGeom prst="roundRect">
            <a:avLst>
              <a:gd name="adj" fmla="val 2477"/>
            </a:avLst>
          </a:prstGeom>
          <a:solidFill>
            <a:schemeClr val="bg1"/>
          </a:solidFill>
          <a:ln>
            <a:solidFill>
              <a:srgbClr val="1E28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3" name="文本占位符 49">
            <a:extLst>
              <a:ext uri="{FF2B5EF4-FFF2-40B4-BE49-F238E27FC236}">
                <ns2:creationId id="{BAAD294C-9F59-34E0-21A1-076EB8F2932C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9061752" y="3246683"/>
            <a:ext cx="853773" cy="254214"/>
          </a:xfrm>
          <a:prstGeom prst="roundRect">
            <a:avLst>
              <a:gd name="adj" fmla="val 50000"/>
            </a:avLst>
          </a:prstGeom>
          <a:solidFill>
            <a:srgbClr val="4162EB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4" name="文本占位符 6">
            <a:extLst>
              <a:ext uri="{FF2B5EF4-FFF2-40B4-BE49-F238E27FC236}">
                <ns2:creationId id="{4134C998-AB44-4691-69BA-529B24C7C0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985552" y="2065805"/>
            <a:ext cx="1354788" cy="867895"/>
          </a:xfrm>
          <a:prstGeom prst="rect">
            <a:avLst/>
          </a:prstGeom>
          <a:noFill/>
        </p:spPr>
        <p:txBody>
          <a:bodyPr tIns="108000" anchor="t" anchorCtr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0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5" name="文本占位符 6">
            <a:extLst>
              <a:ext uri="{FF2B5EF4-FFF2-40B4-BE49-F238E27FC236}">
                <ns2:creationId id="{FFCDB699-9FFC-8916-FCB6-9A54ECD172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0411723" y="2065804"/>
            <a:ext cx="1354788" cy="867895"/>
          </a:xfrm>
          <a:prstGeom prst="rect">
            <a:avLst/>
          </a:prstGeom>
          <a:noFill/>
        </p:spPr>
        <p:txBody>
          <a:bodyPr tIns="108000" anchor="t" anchorCtr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000" kern="1200" dirty="0" smtClean="0">
                <a:solidFill>
                  <a:srgbClr val="1E2856"/>
                </a:solidFill>
                <a:latin typeface="Clarity City" pitchFamily="2" charset="0"/>
                <a:ea typeface="OPPOSans R" pitchFamily="34" charset="-122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>
                <a:latin typeface="Clarity City"/>
                <a:ea typeface="OPPOSans R"/>
                <a:cs typeface="OPPOSans R"/>
              </a:defRPr>
            </a:pPr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" name="Text Placeholder 39">
            <a:extLst>
              <a:ext uri="{FF2B5EF4-FFF2-40B4-BE49-F238E27FC236}">
                <ns2:creationId id="{65D62F47-E883-2989-2D40-3E9E2FEE2AD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061752" y="3663550"/>
            <a:ext cx="2680668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9" name="Text Placeholder 39">
            <a:extLst>
              <a:ext uri="{FF2B5EF4-FFF2-40B4-BE49-F238E27FC236}">
                <ns2:creationId id="{AED51984-4B58-0F6B-8C8E-F2855B64667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061751" y="3911463"/>
            <a:ext cx="2678261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0" name="Text Placeholder 39">
            <a:extLst>
              <a:ext uri="{FF2B5EF4-FFF2-40B4-BE49-F238E27FC236}">
                <ns2:creationId id="{908E1E36-3D18-FF5D-9DC9-380D11A9953D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9059344" y="4263092"/>
            <a:ext cx="2680668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1" name="Text Placeholder 39">
            <a:extLst>
              <a:ext uri="{FF2B5EF4-FFF2-40B4-BE49-F238E27FC236}">
                <ns2:creationId id="{646FC50B-DD02-C5A1-3E7B-396706589D78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59343" y="4511005"/>
            <a:ext cx="2678260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" name="Text Placeholder 39">
            <a:extLst>
              <a:ext uri="{FF2B5EF4-FFF2-40B4-BE49-F238E27FC236}">
                <ns2:creationId id="{1D40DC63-7198-4518-DDCB-1F305C5CDACB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9059344" y="4872160"/>
            <a:ext cx="2680668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7" name="Text Placeholder 39">
            <a:extLst>
              <a:ext uri="{FF2B5EF4-FFF2-40B4-BE49-F238E27FC236}">
                <ns2:creationId id="{96EF145C-8FC0-1E46-45AF-F65072BE6FA6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9059343" y="5120073"/>
            <a:ext cx="2678260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8" name="Text Placeholder 39">
            <a:extLst>
              <a:ext uri="{FF2B5EF4-FFF2-40B4-BE49-F238E27FC236}">
                <ns2:creationId id="{D512E5E2-5E13-6D76-D12C-AB52AB377FC6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9059344" y="5483012"/>
            <a:ext cx="2680668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9" name="Text Placeholder 39">
            <a:extLst>
              <a:ext uri="{FF2B5EF4-FFF2-40B4-BE49-F238E27FC236}">
                <ns2:creationId id="{F3258478-BF01-6559-60E4-45F2D85B9F37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9059343" y="5730925"/>
            <a:ext cx="2678260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pic>
        <p:nvPicPr>
          <p:cNvPr id="20" name="Graphic 19">
            <a:extLst>
              <a:ext uri="{FF2B5EF4-FFF2-40B4-BE49-F238E27FC236}">
                <ns2:creationId id="{D9BCEC88-D842-07E9-21C7-36D27747B2B3}"/>
              </a:ext>
            </a:extLst>
          </p:cNvPr>
          <p:cNvPicPr>
            <a:picLocks noChangeAspect="1"/>
          </p:cNvPicPr>
          <p:nvPr userDrawn="1"/>
        </p:nvPicPr>
        <p:blipFill>
          <a:blip ns3:embed="rId2">
            <a:extLst>
              <a:ext uri="{96DAC541-7B7A-43D3-8B79-37D633B846F1}">
                <ns4:svgBlip ns3:embed="rId3"/>
              </a:ext>
            </a:extLst>
          </a:blip>
          <a:stretch>
            <a:fillRect/>
          </a:stretch>
        </p:blipFill>
        <p:spPr>
          <a:xfrm>
            <a:off x="4537791" y="2428992"/>
            <a:ext cx="2766019" cy="2766019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ns2:creationId id="{C620D3DF-49BF-4528-BB4F-3BA2CD25703F}"/>
              </a:ext>
            </a:extLst>
          </p:cNvPr>
          <p:cNvSpPr/>
          <p:nvPr userDrawn="1"/>
        </p:nvSpPr>
        <p:spPr>
          <a:xfrm rot="10800000">
            <a:off x="5710341" y="2242420"/>
            <a:ext cx="429768" cy="429768"/>
          </a:xfrm>
          <a:prstGeom prst="ellipse">
            <a:avLst/>
          </a:prstGeom>
          <a:solidFill>
            <a:srgbClr val="212857"/>
          </a:solidFill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3" name="Oval 22">
            <a:extLst>
              <a:ext uri="{FF2B5EF4-FFF2-40B4-BE49-F238E27FC236}">
                <ns2:creationId id="{10727092-DA2E-E511-362C-B2DB5C071B3D}"/>
              </a:ext>
            </a:extLst>
          </p:cNvPr>
          <p:cNvSpPr/>
          <p:nvPr userDrawn="1"/>
        </p:nvSpPr>
        <p:spPr>
          <a:xfrm rot="10800000">
            <a:off x="5683094" y="4951815"/>
            <a:ext cx="429768" cy="429768"/>
          </a:xfrm>
          <a:prstGeom prst="ellipse">
            <a:avLst/>
          </a:prstGeom>
          <a:solidFill>
            <a:srgbClr val="212857"/>
          </a:solidFill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ns2:creationId id="{2D70E5D1-04D4-2F54-EED4-D27716B8B252}"/>
              </a:ext>
            </a:extLst>
          </p:cNvPr>
          <p:cNvSpPr/>
          <p:nvPr userDrawn="1"/>
        </p:nvSpPr>
        <p:spPr>
          <a:xfrm rot="10800000">
            <a:off x="4454562" y="3005571"/>
            <a:ext cx="429768" cy="429768"/>
          </a:xfrm>
          <a:prstGeom prst="ellipse">
            <a:avLst/>
          </a:prstGeom>
          <a:solidFill>
            <a:srgbClr val="212857"/>
          </a:solidFill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5" name="Oval 24">
            <a:extLst>
              <a:ext uri="{FF2B5EF4-FFF2-40B4-BE49-F238E27FC236}">
                <ns2:creationId id="{36357D82-9D28-0FCD-568C-0AD5B4205194}"/>
              </a:ext>
            </a:extLst>
          </p:cNvPr>
          <p:cNvSpPr/>
          <p:nvPr userDrawn="1"/>
        </p:nvSpPr>
        <p:spPr>
          <a:xfrm rot="10800000">
            <a:off x="6933894" y="2999232"/>
            <a:ext cx="429768" cy="429768"/>
          </a:xfrm>
          <a:prstGeom prst="ellipse">
            <a:avLst/>
          </a:prstGeom>
          <a:solidFill>
            <a:srgbClr val="212857"/>
          </a:solidFill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6" name="Oval 25">
            <a:extLst>
              <a:ext uri="{FF2B5EF4-FFF2-40B4-BE49-F238E27FC236}">
                <ns2:creationId id="{28658596-0EE7-9AC0-19D2-D5A3947B7CF6}"/>
              </a:ext>
            </a:extLst>
          </p:cNvPr>
          <p:cNvSpPr/>
          <p:nvPr userDrawn="1"/>
        </p:nvSpPr>
        <p:spPr>
          <a:xfrm rot="10800000">
            <a:off x="4542705" y="4371620"/>
            <a:ext cx="429768" cy="429768"/>
          </a:xfrm>
          <a:prstGeom prst="ellipse">
            <a:avLst/>
          </a:prstGeom>
          <a:solidFill>
            <a:srgbClr val="212857"/>
          </a:solidFill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7" name="Oval 26">
            <a:extLst>
              <a:ext uri="{FF2B5EF4-FFF2-40B4-BE49-F238E27FC236}">
                <ns2:creationId id="{07737AB8-047D-BB5E-0E21-59F04C3E1B90}"/>
              </a:ext>
            </a:extLst>
          </p:cNvPr>
          <p:cNvSpPr/>
          <p:nvPr userDrawn="1"/>
        </p:nvSpPr>
        <p:spPr>
          <a:xfrm rot="10800000">
            <a:off x="6900272" y="4333520"/>
            <a:ext cx="429768" cy="429768"/>
          </a:xfrm>
          <a:prstGeom prst="ellipse">
            <a:avLst/>
          </a:prstGeom>
          <a:solidFill>
            <a:srgbClr val="212857"/>
          </a:solidFill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8" name="文本占位符 6">
            <a:extLst>
              <a:ext uri="{FF2B5EF4-FFF2-40B4-BE49-F238E27FC236}">
                <ns2:creationId id="{4B9EE61D-B5EE-2F87-BDC5-BD8CC39BC3AA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5105400" y="3464629"/>
            <a:ext cx="1606550" cy="694744"/>
          </a:xfrm>
          <a:prstGeom prst="rect">
            <a:avLst/>
          </a:prstGeom>
        </p:spPr>
        <p:txBody>
          <a:bodyPr anchor="ctr"/>
          <a:lstStyle>
            <a:lvl1pPr marL="0" indent="49213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400" i="0" kern="1200" dirty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9" name="Text Placeholder 39">
            <a:extLst>
              <a:ext uri="{FF2B5EF4-FFF2-40B4-BE49-F238E27FC236}">
                <ns2:creationId id="{BF3C102A-5DC1-56C7-29A8-D8BD4F5E814E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7423513" y="2953418"/>
            <a:ext cx="1134767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0" name="Text Placeholder 39">
            <a:extLst>
              <a:ext uri="{FF2B5EF4-FFF2-40B4-BE49-F238E27FC236}">
                <ns2:creationId id="{1CAF92E6-C0F7-7992-D47F-8705198A54EE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7423513" y="3229906"/>
            <a:ext cx="1133748" cy="4297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1" name="Text Placeholder 39">
            <a:extLst>
              <a:ext uri="{FF2B5EF4-FFF2-40B4-BE49-F238E27FC236}">
                <ns2:creationId id="{4503153A-B830-DB60-A37B-B6DC4CBCFF77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7423513" y="4333520"/>
            <a:ext cx="1134767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2" name="Text Placeholder 39">
            <a:extLst>
              <a:ext uri="{FF2B5EF4-FFF2-40B4-BE49-F238E27FC236}">
                <ns2:creationId id="{329C809C-9874-30B1-A1C6-64846B33583E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7423513" y="4610008"/>
            <a:ext cx="1133748" cy="4297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3" name="Text Placeholder 39">
            <a:extLst>
              <a:ext uri="{FF2B5EF4-FFF2-40B4-BE49-F238E27FC236}">
                <ns2:creationId id="{A716A994-C445-AB70-5093-EE2CEC3629A3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314520" y="4333520"/>
            <a:ext cx="1134767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4" name="Text Placeholder 39">
            <a:extLst>
              <a:ext uri="{FF2B5EF4-FFF2-40B4-BE49-F238E27FC236}">
                <ns2:creationId id="{5A2FCB1D-D374-49AA-C519-13369DE1C6E9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3314520" y="4610008"/>
            <a:ext cx="1133748" cy="4297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5" name="Text Placeholder 39">
            <a:extLst>
              <a:ext uri="{FF2B5EF4-FFF2-40B4-BE49-F238E27FC236}">
                <ns2:creationId id="{103E36F9-C23D-385C-5192-AFFAE446D9C6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3247845" y="2943224"/>
            <a:ext cx="1134767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6" name="Text Placeholder 39">
            <a:extLst>
              <a:ext uri="{FF2B5EF4-FFF2-40B4-BE49-F238E27FC236}">
                <ns2:creationId id="{557EABDB-A1AE-B38A-2082-0CC04338D60E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3247845" y="3219712"/>
            <a:ext cx="1133748" cy="4297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7" name="Text Placeholder 39">
            <a:extLst>
              <a:ext uri="{FF2B5EF4-FFF2-40B4-BE49-F238E27FC236}">
                <ns2:creationId id="{4D534E06-B112-67F1-85B0-A6000F10B4A8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5363254" y="1550592"/>
            <a:ext cx="1134767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8" name="Text Placeholder 39">
            <a:extLst>
              <a:ext uri="{FF2B5EF4-FFF2-40B4-BE49-F238E27FC236}">
                <ns2:creationId id="{0224BD69-041A-D026-30C7-21667CB029E4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5363254" y="1827080"/>
            <a:ext cx="1133748" cy="3339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9" name="Text Placeholder 39">
            <a:extLst>
              <a:ext uri="{FF2B5EF4-FFF2-40B4-BE49-F238E27FC236}">
                <ns2:creationId id="{21CB2CF3-709C-21D6-B494-056D008BB535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5363254" y="5508480"/>
            <a:ext cx="1134767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0" name="Text Placeholder 39">
            <a:extLst>
              <a:ext uri="{FF2B5EF4-FFF2-40B4-BE49-F238E27FC236}">
                <ns2:creationId id="{E61A2514-D794-14F5-0EEB-BE9675B1B14C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5363254" y="5784968"/>
            <a:ext cx="1133748" cy="3339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1" name="Picture Placeholder 19">
            <a:extLst>
              <a:ext uri="{FF2B5EF4-FFF2-40B4-BE49-F238E27FC236}">
                <ns2:creationId id="{254190D4-604B-C504-2DF4-9FEFBCE988F8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643766" y="4472682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Picture Placeholder 19">
            <a:extLst>
              <a:ext uri="{FF2B5EF4-FFF2-40B4-BE49-F238E27FC236}">
                <ns2:creationId id="{56DE4E58-CE49-9412-A771-5AEE7D725193}"/>
              </a:ext>
            </a:extLst>
          </p:cNvPr>
          <p:cNvSpPr>
            <a:spLocks noGrp="1"/>
          </p:cNvSpPr>
          <p:nvPr>
            <p:ph type="pic" sz="quarter" idx="149"/>
          </p:nvPr>
        </p:nvSpPr>
        <p:spPr>
          <a:xfrm>
            <a:off x="5784155" y="5058370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Picture Placeholder 19">
            <a:extLst>
              <a:ext uri="{FF2B5EF4-FFF2-40B4-BE49-F238E27FC236}">
                <ns2:creationId id="{EE0C05EE-FB36-D100-B643-6F2AC0514C66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>
          <a:xfrm>
            <a:off x="7001333" y="4434582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4" name="Picture Placeholder 19">
            <a:extLst>
              <a:ext uri="{FF2B5EF4-FFF2-40B4-BE49-F238E27FC236}">
                <ns2:creationId id="{A1CB8BEB-FD82-E618-C038-2C005879BCA9}"/>
              </a:ext>
            </a:extLst>
          </p:cNvPr>
          <p:cNvSpPr>
            <a:spLocks noGrp="1"/>
          </p:cNvSpPr>
          <p:nvPr>
            <p:ph type="pic" sz="quarter" idx="151"/>
          </p:nvPr>
        </p:nvSpPr>
        <p:spPr>
          <a:xfrm>
            <a:off x="7034956" y="3100294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5" name="Picture Placeholder 19">
            <a:extLst>
              <a:ext uri="{FF2B5EF4-FFF2-40B4-BE49-F238E27FC236}">
                <ns2:creationId id="{16E151C6-6600-5482-88FC-B81C63D06EEB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>
          <a:xfrm>
            <a:off x="5811758" y="2337989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6" name="Picture Placeholder 19">
            <a:extLst>
              <a:ext uri="{FF2B5EF4-FFF2-40B4-BE49-F238E27FC236}">
                <ns2:creationId id="{EF7E6A3B-8168-0DC7-C515-9E939F873ED4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>
          <a:xfrm>
            <a:off x="4555624" y="3106633"/>
            <a:ext cx="227644" cy="2276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5:creationId val="39828029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Image Clust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E6A1F3BA-AD17-347B-C090-AE84F1AE81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B2A979F2-E306-E547-8126-1E51F73489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Picture Placeholder 22">
            <a:extLst>
              <a:ext uri="{FF2B5EF4-FFF2-40B4-BE49-F238E27FC236}">
                <ns2:creationId id="{7DA3277A-8745-2EA5-8B8B-BFB9C789D3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60034" y="1906032"/>
            <a:ext cx="4768978" cy="3435588"/>
          </a:xfrm>
          <a:prstGeom prst="roundRect">
            <a:avLst>
              <a:gd name="adj" fmla="val 4250"/>
            </a:avLst>
          </a:prstGeom>
          <a:ln w="19050">
            <a:solidFill>
              <a:srgbClr val="1E2856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1" name="文本占位符 49">
            <a:extLst>
              <a:ext uri="{FF2B5EF4-FFF2-40B4-BE49-F238E27FC236}">
                <ns2:creationId id="{D5447C6F-6721-8F26-036D-58FAA6B3E5E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870323" y="4151884"/>
            <a:ext cx="4555402" cy="4627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19050">
            <a:noFill/>
          </a:ln>
        </p:spPr>
        <p:txBody>
          <a:bodyPr lIns="182880" anchor="ctr"/>
          <a:lstStyle>
            <a:lvl1pPr marL="0" indent="0" algn="l">
              <a:buNone/>
              <a:defRPr sz="14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2" name="Rounded Rectangle 26">
            <a:extLst>
              <a:ext uri="{FF2B5EF4-FFF2-40B4-BE49-F238E27FC236}">
                <ns2:creationId id="{D57B0FDF-FA6E-FAE3-0C8A-4B254074AF08}"/>
              </a:ext>
            </a:extLst>
          </p:cNvPr>
          <p:cNvSpPr/>
          <p:nvPr userDrawn="1"/>
        </p:nvSpPr>
        <p:spPr>
          <a:xfrm>
            <a:off x="6870322" y="4648130"/>
            <a:ext cx="4555402" cy="1485971"/>
          </a:xfrm>
          <a:prstGeom prst="roundRect">
            <a:avLst>
              <a:gd name="adj" fmla="val 0"/>
            </a:avLst>
          </a:prstGeom>
          <a:solidFill>
            <a:srgbClr val="F0FAF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13" name="文本占位符 6">
            <a:extLst>
              <a:ext uri="{FF2B5EF4-FFF2-40B4-BE49-F238E27FC236}">
                <ns2:creationId id="{52CF1B5B-E385-FB46-4482-E252B1AA07D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0322" y="1913665"/>
            <a:ext cx="4555402" cy="2034492"/>
          </a:xfrm>
          <a:prstGeom prst="rect">
            <a:avLst/>
          </a:prstGeom>
          <a:noFill/>
        </p:spPr>
        <p:txBody>
          <a:bodyPr tIns="108000" anchor="t" anchorCtr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Char char="•"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anose="00000400000000000000" pitchFamily="2" charset="0"/>
                <a:ea typeface="OPPOSans R" panose="00000400000000000000" pitchFamily="2" charset="0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4" name="文本占位符 6">
            <a:extLst>
              <a:ext uri="{FF2B5EF4-FFF2-40B4-BE49-F238E27FC236}">
                <ns2:creationId id="{FE5BFC4C-1517-DE27-3949-8788A3946A6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083135" y="4841090"/>
            <a:ext cx="4111915" cy="1097748"/>
          </a:xfrm>
          <a:prstGeom prst="rect">
            <a:avLst/>
          </a:prstGeom>
          <a:noFill/>
        </p:spPr>
        <p:txBody>
          <a:bodyPr tIns="10800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162EB"/>
              </a:buClr>
              <a:buSzPct val="180000"/>
              <a:buFont typeface="Clarity City" panose="020B0604020202020204" pitchFamily="34" charset="0"/>
              <a:buNone/>
              <a:tabLst/>
              <a:defRPr lang="zh-CN" altLang="en-US" sz="1200" kern="1200" dirty="0" smtClean="0">
                <a:solidFill>
                  <a:srgbClr val="1E2856"/>
                </a:solidFill>
                <a:latin typeface="Clarity City" panose="00000400000000000000" pitchFamily="2" charset="0"/>
                <a:ea typeface="OPPOSans R" panose="00000400000000000000" pitchFamily="2" charset="0"/>
                <a:cs typeface="OPPOSans R" pitchFamily="34" charset="-120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7" name="Picture Placeholder 22">
            <a:extLst>
              <a:ext uri="{FF2B5EF4-FFF2-40B4-BE49-F238E27FC236}">
                <ns2:creationId id="{9BF092C6-2B6E-91D9-2ED1-0017495BB9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9927" y="2781560"/>
            <a:ext cx="2057561" cy="1504689"/>
          </a:xfrm>
          <a:prstGeom prst="roundRect">
            <a:avLst>
              <a:gd name="adj" fmla="val 4250"/>
            </a:avLst>
          </a:prstGeom>
          <a:ln w="19050">
            <a:solidFill>
              <a:srgbClr val="4162EB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Picture Placeholder 22">
            <a:extLst>
              <a:ext uri="{FF2B5EF4-FFF2-40B4-BE49-F238E27FC236}">
                <ns2:creationId id="{BE9056E0-9672-F3E3-58A2-7D586EE6EC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8140" y="4972311"/>
            <a:ext cx="1871823" cy="1161790"/>
          </a:xfrm>
          <a:prstGeom prst="roundRect">
            <a:avLst>
              <a:gd name="adj" fmla="val 4250"/>
            </a:avLst>
          </a:prstGeom>
          <a:ln w="19050">
            <a:solidFill>
              <a:srgbClr val="4162EB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9" name="Picture Placeholder 22">
            <a:extLst>
              <a:ext uri="{FF2B5EF4-FFF2-40B4-BE49-F238E27FC236}">
                <ns2:creationId id="{51D483D2-D608-4E5A-1565-E5DCA2D2D5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52677" y="4972311"/>
            <a:ext cx="1738473" cy="1161790"/>
          </a:xfrm>
          <a:prstGeom prst="roundRect">
            <a:avLst>
              <a:gd name="adj" fmla="val 4250"/>
            </a:avLst>
          </a:prstGeom>
          <a:ln w="19050">
            <a:solidFill>
              <a:srgbClr val="4162EB"/>
            </a:solidFill>
          </a:ln>
        </p:spPr>
        <p:txBody>
          <a:bodyPr/>
          <a:lstStyle>
            <a:lvl1pPr>
              <a:defRPr sz="1000">
                <a:latin typeface="Clarity City"/>
                <a:ea typeface="OPPOSans R"/>
                <a:cs typeface="OPPOSans R"/>
              </a:defRPr>
            </a:lvl1pPr>
          </a:lstStyle>
          <a:p>
            <a:endParaRPr lang="en-US">
              <a:latin typeface="Clarity City"/>
              <a:ea typeface="OPPOSans R"/>
              <a:cs typeface="OPPOSans R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ns2:creationId id="{B6B10BA2-75F0-3E13-D8FA-B4C3A936A2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33864" y="5571876"/>
            <a:ext cx="841299" cy="562225"/>
          </a:xfrm>
          <a:prstGeom prst="roundRect">
            <a:avLst>
              <a:gd name="adj" fmla="val 0"/>
            </a:avLst>
          </a:prstGeom>
          <a:ln w="19050">
            <a:noFill/>
          </a:ln>
        </p:spPr>
        <p:txBody>
          <a:bodyPr/>
          <a:lstStyle>
            <a:lvl1pPr marL="0" indent="0">
              <a:buNone/>
              <a:defRPr sz="900"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ns2:creationId id="{6CCEC5BC-8E03-DB60-239C-4733C0DCB51F}"/>
              </a:ext>
            </a:extLst>
          </p:cNvPr>
          <p:cNvCxnSpPr>
            <a:stCxn id="7" idx="1"/>
          </p:cNvCxnSpPr>
          <p:nvPr userDrawn="1"/>
        </p:nvCxnSpPr>
        <p:spPr>
          <a:xfrm flipH="1">
            <a:off x="365760" y="3533905"/>
            <a:ext cx="334167" cy="1775"/>
          </a:xfrm>
          <a:prstGeom prst="line">
            <a:avLst/>
          </a:prstGeom>
          <a:ln>
            <a:solidFill>
              <a:srgbClr val="4162EB"/>
            </a:solidFill>
            <a:prstDash val="sysDash"/>
            <a:headEnd type="oval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ns2:creationId id="{1FDC6184-FAB2-A58D-9B1B-AFE309810DB3}"/>
              </a:ext>
            </a:extLst>
          </p:cNvPr>
          <p:cNvCxnSpPr>
            <a:cxnSpLocks/>
          </p:cNvCxnSpPr>
          <p:nvPr userDrawn="1"/>
        </p:nvCxnSpPr>
        <p:spPr>
          <a:xfrm flipH="1">
            <a:off x="365760" y="5571876"/>
            <a:ext cx="1272380" cy="0"/>
          </a:xfrm>
          <a:prstGeom prst="line">
            <a:avLst/>
          </a:prstGeom>
          <a:ln>
            <a:solidFill>
              <a:srgbClr val="4162EB"/>
            </a:solidFill>
            <a:prstDash val="sysDash"/>
            <a:headEnd type="oval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ns2:creationId id="{C0347827-16B6-B766-4ADF-E82479F82093}"/>
              </a:ext>
            </a:extLst>
          </p:cNvPr>
          <p:cNvCxnSpPr/>
          <p:nvPr userDrawn="1"/>
        </p:nvCxnSpPr>
        <p:spPr>
          <a:xfrm>
            <a:off x="365760" y="3533904"/>
            <a:ext cx="0" cy="2037972"/>
          </a:xfrm>
          <a:prstGeom prst="line">
            <a:avLst/>
          </a:prstGeom>
          <a:ln>
            <a:solidFill>
              <a:srgbClr val="4162E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ns3:creationId val="13489369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50BEAF1F-6A8E-CEDA-6BAF-34447DD28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2DAEFFEC-6DAA-43AE-2D37-9B61C1F0CB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0" name="文本占位符 49">
            <a:extLst>
              <a:ext uri="{FF2B5EF4-FFF2-40B4-BE49-F238E27FC236}">
                <ns2:creationId id="{0240A9AB-76E3-9CBD-C2AB-B3D8DACC9BB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1121" y="1569808"/>
            <a:ext cx="1021305" cy="4627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4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5" name="文本占位符 49">
            <a:extLst>
              <a:ext uri="{FF2B5EF4-FFF2-40B4-BE49-F238E27FC236}">
                <ns2:creationId id="{F3B24822-28D2-2FBE-FB7C-62572A9C19B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572426" y="1569808"/>
            <a:ext cx="2537612" cy="4627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4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6" name="文本占位符 49">
            <a:extLst>
              <a:ext uri="{FF2B5EF4-FFF2-40B4-BE49-F238E27FC236}">
                <ns2:creationId id="{EB68B439-34B5-F7E4-209A-29738DFBCFE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572426" y="2032572"/>
            <a:ext cx="253761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9" name="文本占位符 49">
            <a:extLst>
              <a:ext uri="{FF2B5EF4-FFF2-40B4-BE49-F238E27FC236}">
                <ns2:creationId id="{173B30B7-103F-D70D-5297-0DE1FF4E7A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572426" y="2495567"/>
            <a:ext cx="253761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0" name="文本占位符 49">
            <a:extLst>
              <a:ext uri="{FF2B5EF4-FFF2-40B4-BE49-F238E27FC236}">
                <ns2:creationId id="{24D7E1E8-F7FB-7521-E18C-29283826EA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572426" y="2958562"/>
            <a:ext cx="253761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1" name="文本占位符 49">
            <a:extLst>
              <a:ext uri="{FF2B5EF4-FFF2-40B4-BE49-F238E27FC236}">
                <ns2:creationId id="{F1E9ED92-BE1A-E7D1-7DEC-2A8B14B2B64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572426" y="3421326"/>
            <a:ext cx="253761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2" name="文本占位符 49">
            <a:extLst>
              <a:ext uri="{FF2B5EF4-FFF2-40B4-BE49-F238E27FC236}">
                <ns2:creationId id="{6D99C867-CBAD-1EC5-6F09-1014B0B03BA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72426" y="3884321"/>
            <a:ext cx="253761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3" name="文本占位符 49">
            <a:extLst>
              <a:ext uri="{FF2B5EF4-FFF2-40B4-BE49-F238E27FC236}">
                <ns2:creationId id="{43D8EBA9-0901-D9A3-2550-5593F258FA7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572426" y="4346854"/>
            <a:ext cx="253761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4" name="文本占位符 49">
            <a:extLst>
              <a:ext uri="{FF2B5EF4-FFF2-40B4-BE49-F238E27FC236}">
                <ns2:creationId id="{8741A375-9157-92F2-D546-2DE4752D63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572426" y="4809849"/>
            <a:ext cx="253761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5" name="文本占位符 49">
            <a:extLst>
              <a:ext uri="{FF2B5EF4-FFF2-40B4-BE49-F238E27FC236}">
                <ns2:creationId id="{922E7A99-1F80-F003-44FF-DBE5C661C21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572426" y="5272151"/>
            <a:ext cx="253761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6" name="文本占位符 49">
            <a:extLst>
              <a:ext uri="{FF2B5EF4-FFF2-40B4-BE49-F238E27FC236}">
                <ns2:creationId id="{2F0DE77F-9EE1-FAD1-6A8C-0111C04B10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572426" y="5735146"/>
            <a:ext cx="253761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7" name="文本占位符 49">
            <a:extLst>
              <a:ext uri="{FF2B5EF4-FFF2-40B4-BE49-F238E27FC236}">
                <ns2:creationId id="{7001ED39-2DBB-C7D4-84B3-110BA4CE4F5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110038" y="1569808"/>
            <a:ext cx="3632452" cy="4627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4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8" name="文本占位符 49">
            <a:extLst>
              <a:ext uri="{FF2B5EF4-FFF2-40B4-BE49-F238E27FC236}">
                <ns2:creationId id="{5527A4F5-87CE-BA98-4D0F-1C55073AA8D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110038" y="2032572"/>
            <a:ext cx="363245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9" name="文本占位符 49">
            <a:extLst>
              <a:ext uri="{FF2B5EF4-FFF2-40B4-BE49-F238E27FC236}">
                <ns2:creationId id="{D9EB05B6-20B1-C24C-3E4F-2D9C25F1702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110038" y="2495567"/>
            <a:ext cx="363245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文本占位符 49">
            <a:extLst>
              <a:ext uri="{FF2B5EF4-FFF2-40B4-BE49-F238E27FC236}">
                <ns2:creationId id="{2874D0E0-79CA-7569-EDE5-4B0B95704F36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110038" y="2958562"/>
            <a:ext cx="363245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1" name="文本占位符 49">
            <a:extLst>
              <a:ext uri="{FF2B5EF4-FFF2-40B4-BE49-F238E27FC236}">
                <ns2:creationId id="{08199CF8-BE32-56D8-F21A-9FAB77F08A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110038" y="3421326"/>
            <a:ext cx="363245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2" name="文本占位符 49">
            <a:extLst>
              <a:ext uri="{FF2B5EF4-FFF2-40B4-BE49-F238E27FC236}">
                <ns2:creationId id="{F554ECD7-BE52-B3B2-1ADD-DC1E6F9DE4D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110038" y="3884321"/>
            <a:ext cx="363245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3" name="文本占位符 49">
            <a:extLst>
              <a:ext uri="{FF2B5EF4-FFF2-40B4-BE49-F238E27FC236}">
                <ns2:creationId id="{E77891FF-DDFD-8BD7-FBA0-5AEBB566F5A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110038" y="4346854"/>
            <a:ext cx="363245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4" name="文本占位符 49">
            <a:extLst>
              <a:ext uri="{FF2B5EF4-FFF2-40B4-BE49-F238E27FC236}">
                <ns2:creationId id="{7725DCA9-5576-C27E-B589-C65231AF77BB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110038" y="4809849"/>
            <a:ext cx="363245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5" name="文本占位符 49">
            <a:extLst>
              <a:ext uri="{FF2B5EF4-FFF2-40B4-BE49-F238E27FC236}">
                <ns2:creationId id="{019F0B43-947C-EA60-7A7D-8C976B9687D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110038" y="5272151"/>
            <a:ext cx="3632452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6" name="文本占位符 49">
            <a:extLst>
              <a:ext uri="{FF2B5EF4-FFF2-40B4-BE49-F238E27FC236}">
                <ns2:creationId id="{C3D58104-5676-3A67-237A-94A197009F0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110038" y="5735146"/>
            <a:ext cx="3632452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7" name="文本占位符 49">
            <a:extLst>
              <a:ext uri="{FF2B5EF4-FFF2-40B4-BE49-F238E27FC236}">
                <ns2:creationId id="{5757D0AC-797E-F011-7BB4-65D6A89E7B3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742490" y="1569808"/>
            <a:ext cx="3287718" cy="462764"/>
          </a:xfrm>
          <a:prstGeom prst="roundRect">
            <a:avLst>
              <a:gd name="adj" fmla="val 0"/>
            </a:avLst>
          </a:prstGeom>
          <a:solidFill>
            <a:srgbClr val="1E2856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400" i="0">
                <a:solidFill>
                  <a:schemeClr val="bg1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8" name="文本占位符 49">
            <a:extLst>
              <a:ext uri="{FF2B5EF4-FFF2-40B4-BE49-F238E27FC236}">
                <ns2:creationId id="{B1639BC4-9EBF-E75F-679B-4D282F2BE55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742490" y="2032572"/>
            <a:ext cx="3287718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39" name="文本占位符 49">
            <a:extLst>
              <a:ext uri="{FF2B5EF4-FFF2-40B4-BE49-F238E27FC236}">
                <ns2:creationId id="{39648D1F-CCF4-6225-95CD-4F4FA20C780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742490" y="2495567"/>
            <a:ext cx="3287718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0" name="文本占位符 49">
            <a:extLst>
              <a:ext uri="{FF2B5EF4-FFF2-40B4-BE49-F238E27FC236}">
                <ns2:creationId id="{F4DAD773-EEBF-7B37-2E7D-0FEF07BAB51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742490" y="2958562"/>
            <a:ext cx="3287718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1" name="文本占位符 49">
            <a:extLst>
              <a:ext uri="{FF2B5EF4-FFF2-40B4-BE49-F238E27FC236}">
                <ns2:creationId id="{487169C8-5EE4-58F2-E059-8DE2B151CA9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7742490" y="3421326"/>
            <a:ext cx="3287718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2" name="文本占位符 49">
            <a:extLst>
              <a:ext uri="{FF2B5EF4-FFF2-40B4-BE49-F238E27FC236}">
                <ns2:creationId id="{B5FEF21C-935B-3350-E261-F7CE2A9D0F0B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742490" y="3884321"/>
            <a:ext cx="3287718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3" name="文本占位符 49">
            <a:extLst>
              <a:ext uri="{FF2B5EF4-FFF2-40B4-BE49-F238E27FC236}">
                <ns2:creationId id="{45C5C06B-BA67-3069-3F00-66B671969B66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742490" y="4346854"/>
            <a:ext cx="3287718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4" name="文本占位符 49">
            <a:extLst>
              <a:ext uri="{FF2B5EF4-FFF2-40B4-BE49-F238E27FC236}">
                <ns2:creationId id="{0D89A323-C423-61A3-AD20-A7842F7961C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742490" y="4809849"/>
            <a:ext cx="3287718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5" name="文本占位符 49">
            <a:extLst>
              <a:ext uri="{FF2B5EF4-FFF2-40B4-BE49-F238E27FC236}">
                <ns2:creationId id="{1948C201-0F5A-C10E-9786-BF6EFBB77DD2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7742490" y="5272151"/>
            <a:ext cx="3287718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6" name="文本占位符 49">
            <a:extLst>
              <a:ext uri="{FF2B5EF4-FFF2-40B4-BE49-F238E27FC236}">
                <ns2:creationId id="{5DEB2958-D437-FB3F-CD1B-DA653207BCFF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742490" y="5735146"/>
            <a:ext cx="3287718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t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Description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7" name="文本占位符 49">
            <a:extLst>
              <a:ext uri="{FF2B5EF4-FFF2-40B4-BE49-F238E27FC236}">
                <ns2:creationId id="{BB9CECB8-96DB-25EC-E43F-25268473A18E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51121" y="2032572"/>
            <a:ext cx="1021305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8" name="文本占位符 49">
            <a:extLst>
              <a:ext uri="{FF2B5EF4-FFF2-40B4-BE49-F238E27FC236}">
                <ns2:creationId id="{89E5FE9E-A463-2528-0771-BE7231B091B3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51121" y="2495567"/>
            <a:ext cx="1021305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49" name="文本占位符 49">
            <a:extLst>
              <a:ext uri="{FF2B5EF4-FFF2-40B4-BE49-F238E27FC236}">
                <ns2:creationId id="{7A41E316-9B7F-E4E8-4759-AA110FCDA71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51121" y="2958562"/>
            <a:ext cx="1021305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0" name="文本占位符 49">
            <a:extLst>
              <a:ext uri="{FF2B5EF4-FFF2-40B4-BE49-F238E27FC236}">
                <ns2:creationId id="{D514D9E3-BBD6-B43C-983D-21D738C64AAD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551121" y="3421326"/>
            <a:ext cx="1021305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1" name="文本占位符 49">
            <a:extLst>
              <a:ext uri="{FF2B5EF4-FFF2-40B4-BE49-F238E27FC236}">
                <ns2:creationId id="{05302A1D-D461-8EBA-B3B0-E66D85F5F620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51121" y="3884321"/>
            <a:ext cx="1021305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2" name="文本占位符 49">
            <a:extLst>
              <a:ext uri="{FF2B5EF4-FFF2-40B4-BE49-F238E27FC236}">
                <ns2:creationId id="{40370E96-50B6-A128-D5EE-BC584D0AEAC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51121" y="4346854"/>
            <a:ext cx="1021305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3" name="文本占位符 49">
            <a:extLst>
              <a:ext uri="{FF2B5EF4-FFF2-40B4-BE49-F238E27FC236}">
                <ns2:creationId id="{B6095BBE-ACA8-A726-06C5-BE19F93129FA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51121" y="4809849"/>
            <a:ext cx="1021305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4" name="文本占位符 49">
            <a:extLst>
              <a:ext uri="{FF2B5EF4-FFF2-40B4-BE49-F238E27FC236}">
                <ns2:creationId id="{8D3C9F16-522E-0595-069B-F0A8D14759A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51121" y="5272151"/>
            <a:ext cx="1021305" cy="4627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5" name="文本占位符 49">
            <a:extLst>
              <a:ext uri="{FF2B5EF4-FFF2-40B4-BE49-F238E27FC236}">
                <ns2:creationId id="{B64B7762-194D-A55C-0AB1-1E1234C9A289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551121" y="5735146"/>
            <a:ext cx="1021305" cy="462764"/>
          </a:xfrm>
          <a:prstGeom prst="roundRect">
            <a:avLst>
              <a:gd name="adj" fmla="val 0"/>
            </a:avLst>
          </a:prstGeom>
          <a:solidFill>
            <a:srgbClr val="ECF2FF"/>
          </a:solidFill>
          <a:ln w="9525">
            <a:solidFill>
              <a:srgbClr val="D7DEFB"/>
            </a:solidFill>
          </a:ln>
        </p:spPr>
        <p:txBody>
          <a:bodyPr lIns="182880" anchor="ctr"/>
          <a:lstStyle>
            <a:lvl1pPr marL="0" indent="0" algn="l">
              <a:buNone/>
              <a:defRPr sz="1200" i="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</p:spTree>
    <p:extLst>
      <p:ext uri="{BB962C8B-B14F-4D97-AF65-F5344CB8AC3E}">
        <ns3:creationId val="25129465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Flow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8">
            <a:extLst>
              <a:ext uri="{FF2B5EF4-FFF2-40B4-BE49-F238E27FC236}">
                <ns2:creationId id="{2A41B4EB-DD5A-6478-5E57-FAFE06612E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121" y="438764"/>
            <a:ext cx="10479087" cy="5867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 b="1">
                <a:solidFill>
                  <a:srgbClr val="1E2856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r>
              <a:rPr kumimoji="1" lang="en-US" altLang="zh-CN" dirty="0" b="1">
                <a:latin typeface="Clarity City"/>
                <a:ea typeface="OPPOSans B"/>
                <a:cs typeface="OPPOSans B"/>
              </a:rPr>
              <a:t>Title</a:t>
            </a:r>
            <a:endParaRPr kumimoji="1" lang="zh-CN" altLang="en-US" dirty="0" b="1">
              <a:latin typeface="Clarity City"/>
              <a:ea typeface="OPPOSans B"/>
              <a:cs typeface="OPPOSans B"/>
            </a:endParaRPr>
          </a:p>
        </p:txBody>
      </p:sp>
      <p:sp>
        <p:nvSpPr>
          <p:cNvPr id="4" name="文本占位符 6">
            <a:extLst>
              <a:ext uri="{FF2B5EF4-FFF2-40B4-BE49-F238E27FC236}">
                <ns2:creationId id="{AAFD4EFD-D43F-4D03-EBD3-F7C9C11159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121" y="1032841"/>
            <a:ext cx="10479087" cy="288360"/>
          </a:xfrm>
          <a:prstGeom prst="rect">
            <a:avLst/>
          </a:prstGeom>
        </p:spPr>
        <p:txBody>
          <a:bodyPr/>
          <a:lstStyle>
            <a:lvl1pPr marL="0" indent="49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larity City" panose="020B0604020202020204" pitchFamily="34" charset="0"/>
              <a:buNone/>
              <a:tabLst/>
              <a:defRPr kumimoji="1" lang="zh-CN" altLang="en-US" sz="1700" i="0" kern="1200" dirty="0">
                <a:solidFill>
                  <a:srgbClr val="4162EB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Subtitle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Rounded Rectangle 26">
            <a:extLst>
              <a:ext uri="{FF2B5EF4-FFF2-40B4-BE49-F238E27FC236}">
                <ns2:creationId id="{8179FD31-026E-0705-236C-EC9B8BCEB8EB}"/>
              </a:ext>
            </a:extLst>
          </p:cNvPr>
          <p:cNvSpPr/>
          <p:nvPr userDrawn="1"/>
        </p:nvSpPr>
        <p:spPr>
          <a:xfrm>
            <a:off x="1146690" y="1708496"/>
            <a:ext cx="3200400" cy="1183858"/>
          </a:xfrm>
          <a:prstGeom prst="roundRect">
            <a:avLst>
              <a:gd name="adj" fmla="val 8621"/>
            </a:avLst>
          </a:prstGeom>
          <a:solidFill>
            <a:srgbClr val="EEEDFE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6" name="Rounded Rectangle 26">
            <a:extLst>
              <a:ext uri="{FF2B5EF4-FFF2-40B4-BE49-F238E27FC236}">
                <ns2:creationId id="{D4662290-C77F-4737-CA34-AF2A3A54AF9D}"/>
              </a:ext>
            </a:extLst>
          </p:cNvPr>
          <p:cNvSpPr/>
          <p:nvPr userDrawn="1"/>
        </p:nvSpPr>
        <p:spPr>
          <a:xfrm>
            <a:off x="4548546" y="1708495"/>
            <a:ext cx="3200400" cy="1183859"/>
          </a:xfrm>
          <a:prstGeom prst="roundRect">
            <a:avLst>
              <a:gd name="adj" fmla="val 11035"/>
            </a:avLst>
          </a:prstGeom>
          <a:solidFill>
            <a:srgbClr val="ECF2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7" name="Rounded Rectangle 26">
            <a:extLst>
              <a:ext uri="{FF2B5EF4-FFF2-40B4-BE49-F238E27FC236}">
                <ns2:creationId id="{D336CD40-9BC8-3ACE-7A16-404A5D0717AA}"/>
              </a:ext>
            </a:extLst>
          </p:cNvPr>
          <p:cNvSpPr/>
          <p:nvPr userDrawn="1"/>
        </p:nvSpPr>
        <p:spPr>
          <a:xfrm>
            <a:off x="7950401" y="1714998"/>
            <a:ext cx="3200400" cy="1183858"/>
          </a:xfrm>
          <a:prstGeom prst="roundRect">
            <a:avLst>
              <a:gd name="adj" fmla="val 8621"/>
            </a:avLst>
          </a:prstGeom>
          <a:solidFill>
            <a:srgbClr val="F8F8FD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8" name="文本占位符 49">
            <a:extLst>
              <a:ext uri="{FF2B5EF4-FFF2-40B4-BE49-F238E27FC236}">
                <ns2:creationId id="{91D8298E-8F1F-6CC0-6451-BCD866C53690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3384376" y="1819838"/>
            <a:ext cx="853773" cy="254214"/>
          </a:xfrm>
          <a:prstGeom prst="roundRect">
            <a:avLst>
              <a:gd name="adj" fmla="val 18152"/>
            </a:avLst>
          </a:prstGeom>
          <a:solidFill>
            <a:schemeClr val="bg1"/>
          </a:solidFill>
          <a:ln w="12700">
            <a:solidFill>
              <a:srgbClr val="4162EB"/>
            </a:solidFill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9" name="Text Placeholder 39">
            <a:extLst>
              <a:ext uri="{FF2B5EF4-FFF2-40B4-BE49-F238E27FC236}">
                <ns2:creationId id="{3DCEB746-CF12-AFD3-A300-07320CB270E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03211" y="1830079"/>
            <a:ext cx="2011489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0" name="Text Placeholder 39">
            <a:extLst>
              <a:ext uri="{FF2B5EF4-FFF2-40B4-BE49-F238E27FC236}">
                <ns2:creationId id="{786B3EA0-2F05-B6D8-6E66-6DC005D41D9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303211" y="2461347"/>
            <a:ext cx="2011489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7F7F7F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1" name="Text Placeholder 39">
            <a:extLst>
              <a:ext uri="{FF2B5EF4-FFF2-40B4-BE49-F238E27FC236}">
                <ns2:creationId id="{FDCBAE17-1C5D-C36E-FA69-DC381B0D1FB5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303211" y="2141773"/>
            <a:ext cx="2011489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rgbClr val="4162EB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2" name="文本占位符 49">
            <a:extLst>
              <a:ext uri="{FF2B5EF4-FFF2-40B4-BE49-F238E27FC236}">
                <ns2:creationId id="{506CAB7D-5157-0673-6642-A57FAA485DA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762442" y="1819838"/>
            <a:ext cx="853773" cy="254214"/>
          </a:xfrm>
          <a:prstGeom prst="roundRect">
            <a:avLst>
              <a:gd name="adj" fmla="val 18152"/>
            </a:avLst>
          </a:prstGeom>
          <a:solidFill>
            <a:schemeClr val="bg1"/>
          </a:solidFill>
          <a:ln w="12700">
            <a:solidFill>
              <a:srgbClr val="4162EB"/>
            </a:solidFill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3" name="Text Placeholder 39">
            <a:extLst>
              <a:ext uri="{FF2B5EF4-FFF2-40B4-BE49-F238E27FC236}">
                <ns2:creationId id="{FF42DF9E-EE98-9796-E1DF-322BCCB18FE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681277" y="1830079"/>
            <a:ext cx="2011489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4" name="Text Placeholder 39">
            <a:extLst>
              <a:ext uri="{FF2B5EF4-FFF2-40B4-BE49-F238E27FC236}">
                <ns2:creationId id="{1AD3050C-24D4-8162-2AF8-381D4AAA2AC7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681277" y="2461347"/>
            <a:ext cx="2011489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7F7F7F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5" name="Text Placeholder 39">
            <a:extLst>
              <a:ext uri="{FF2B5EF4-FFF2-40B4-BE49-F238E27FC236}">
                <ns2:creationId id="{A5D5C057-0FE1-91F4-4E78-6C6C598F6E47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4681277" y="2141773"/>
            <a:ext cx="2011489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rgbClr val="4162EB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6" name="文本占位符 49">
            <a:extLst>
              <a:ext uri="{FF2B5EF4-FFF2-40B4-BE49-F238E27FC236}">
                <ns2:creationId id="{E0EA5FA3-133E-3F53-2BF4-AAB4E283B5DA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0190115" y="1823729"/>
            <a:ext cx="853773" cy="254214"/>
          </a:xfrm>
          <a:prstGeom prst="roundRect">
            <a:avLst>
              <a:gd name="adj" fmla="val 18152"/>
            </a:avLst>
          </a:prstGeom>
          <a:solidFill>
            <a:schemeClr val="bg1"/>
          </a:solidFill>
          <a:ln w="12700">
            <a:solidFill>
              <a:srgbClr val="4162EB"/>
            </a:solidFill>
          </a:ln>
        </p:spPr>
        <p:txBody>
          <a:bodyPr anchor="ctr"/>
          <a:lstStyle>
            <a:lvl1pPr marL="0" indent="0" algn="ctr">
              <a:buNone/>
              <a:defRPr sz="11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LABEL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17" name="Text Placeholder 39">
            <a:extLst>
              <a:ext uri="{FF2B5EF4-FFF2-40B4-BE49-F238E27FC236}">
                <ns2:creationId id="{D3EC8543-17C4-3266-81AF-46C088D32D04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8108950" y="1833970"/>
            <a:ext cx="2011489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18" name="Text Placeholder 39">
            <a:extLst>
              <a:ext uri="{FF2B5EF4-FFF2-40B4-BE49-F238E27FC236}">
                <ns2:creationId id="{D2DFDB82-8A1C-DC57-C8FF-48A9B173FE28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8108950" y="2465238"/>
            <a:ext cx="2011489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7F7F7F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19" name="Text Placeholder 39">
            <a:extLst>
              <a:ext uri="{FF2B5EF4-FFF2-40B4-BE49-F238E27FC236}">
                <ns2:creationId id="{303CDF25-7BE6-9408-87B5-9E5080229C0E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8108950" y="2145664"/>
            <a:ext cx="2011489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rgbClr val="4162EB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20" name="文本占位符 49">
            <a:extLst>
              <a:ext uri="{FF2B5EF4-FFF2-40B4-BE49-F238E27FC236}">
                <ns2:creationId id="{489B03A6-62F8-A6FE-2AC0-62AF7EC18A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46689" y="3197618"/>
            <a:ext cx="10004111" cy="462764"/>
          </a:xfrm>
          <a:prstGeom prst="roundRect">
            <a:avLst>
              <a:gd name="adj" fmla="val 14408"/>
            </a:avLst>
          </a:prstGeom>
          <a:solidFill>
            <a:srgbClr val="45C5CC"/>
          </a:solidFill>
          <a:ln w="19050">
            <a:noFill/>
          </a:ln>
        </p:spPr>
        <p:txBody>
          <a:bodyPr lIns="182880" anchor="ctr"/>
          <a:lstStyle>
            <a:lvl1pPr marL="0" indent="0" algn="ctr">
              <a:buNone/>
              <a:defRPr sz="1200" i="0">
                <a:solidFill>
                  <a:srgbClr val="1E2856"/>
                </a:solidFill>
                <a:latin typeface="Clarity City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kumimoji="1" lang="en-US" altLang="zh-CN" dirty="0">
                <a:latin typeface="Clarity City"/>
                <a:ea typeface="OPPOSans R"/>
                <a:cs typeface="OPPOSans R"/>
              </a:rPr>
              <a:t>TITLE</a:t>
            </a:r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23" name="Isosceles Triangle 22">
            <a:extLst>
              <a:ext uri="{FF2B5EF4-FFF2-40B4-BE49-F238E27FC236}">
                <ns2:creationId id="{787F0F5F-F9C3-62D5-3FEA-53758990E757}"/>
              </a:ext>
            </a:extLst>
          </p:cNvPr>
          <p:cNvSpPr/>
          <p:nvPr userDrawn="1"/>
        </p:nvSpPr>
        <p:spPr>
          <a:xfrm rot="10800000" flipV="1">
            <a:off x="2637936" y="2948233"/>
            <a:ext cx="187332" cy="161493"/>
          </a:xfrm>
          <a:prstGeom prst="triangl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 dirty="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4" name="Isosceles Triangle 23">
            <a:extLst>
              <a:ext uri="{FF2B5EF4-FFF2-40B4-BE49-F238E27FC236}">
                <ns2:creationId id="{589D5E51-4FF8-0683-53DA-508980C26EAB}"/>
              </a:ext>
            </a:extLst>
          </p:cNvPr>
          <p:cNvSpPr/>
          <p:nvPr userDrawn="1"/>
        </p:nvSpPr>
        <p:spPr>
          <a:xfrm rot="10800000" flipV="1">
            <a:off x="6031044" y="2948234"/>
            <a:ext cx="187332" cy="161493"/>
          </a:xfrm>
          <a:prstGeom prst="triangl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ns2:creationId id="{2BD48428-B299-51A6-146B-74F3A7DE270E}"/>
              </a:ext>
            </a:extLst>
          </p:cNvPr>
          <p:cNvSpPr/>
          <p:nvPr userDrawn="1"/>
        </p:nvSpPr>
        <p:spPr>
          <a:xfrm rot="10800000" flipV="1">
            <a:off x="9479279" y="2948234"/>
            <a:ext cx="187332" cy="161493"/>
          </a:xfrm>
          <a:prstGeom prst="triangl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6" name="Isosceles Triangle 25">
            <a:extLst>
              <a:ext uri="{FF2B5EF4-FFF2-40B4-BE49-F238E27FC236}">
                <ns2:creationId id="{2ED51DDF-1B8D-468D-48B0-3D6EFD5D8D1F}"/>
              </a:ext>
            </a:extLst>
          </p:cNvPr>
          <p:cNvSpPr/>
          <p:nvPr userDrawn="1"/>
        </p:nvSpPr>
        <p:spPr>
          <a:xfrm rot="10800000" flipV="1">
            <a:off x="2637936" y="3769015"/>
            <a:ext cx="187332" cy="161493"/>
          </a:xfrm>
          <a:prstGeom prst="triangl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7" name="Isosceles Triangle 26">
            <a:extLst>
              <a:ext uri="{FF2B5EF4-FFF2-40B4-BE49-F238E27FC236}">
                <ns2:creationId id="{57EF4556-FB01-3920-A2B4-5F5A5BC569DD}"/>
              </a:ext>
            </a:extLst>
          </p:cNvPr>
          <p:cNvSpPr/>
          <p:nvPr userDrawn="1"/>
        </p:nvSpPr>
        <p:spPr>
          <a:xfrm rot="10800000" flipV="1">
            <a:off x="9479279" y="3769016"/>
            <a:ext cx="187332" cy="161493"/>
          </a:xfrm>
          <a:prstGeom prst="triangl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8" name="Isosceles Triangle 27">
            <a:extLst>
              <a:ext uri="{FF2B5EF4-FFF2-40B4-BE49-F238E27FC236}">
                <ns2:creationId id="{042AFBFE-4FF1-FECB-4708-148E241701F2}"/>
              </a:ext>
            </a:extLst>
          </p:cNvPr>
          <p:cNvSpPr/>
          <p:nvPr userDrawn="1"/>
        </p:nvSpPr>
        <p:spPr>
          <a:xfrm rot="10800000" flipV="1">
            <a:off x="6113510" y="3742427"/>
            <a:ext cx="187332" cy="161493"/>
          </a:xfrm>
          <a:prstGeom prst="triangl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29" name="Rounded Rectangle 26">
            <a:extLst>
              <a:ext uri="{FF2B5EF4-FFF2-40B4-BE49-F238E27FC236}">
                <ns2:creationId id="{56BE4B19-03CC-1A46-88E0-4ADF8862AEEF}"/>
              </a:ext>
            </a:extLst>
          </p:cNvPr>
          <p:cNvSpPr/>
          <p:nvPr userDrawn="1"/>
        </p:nvSpPr>
        <p:spPr>
          <a:xfrm>
            <a:off x="1146693" y="3997318"/>
            <a:ext cx="3581188" cy="1183858"/>
          </a:xfrm>
          <a:prstGeom prst="roundRect">
            <a:avLst>
              <a:gd name="adj" fmla="val 9426"/>
            </a:avLst>
          </a:prstGeom>
          <a:solidFill>
            <a:srgbClr val="F0FA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30" name="Rounded Rectangle 26">
            <a:extLst>
              <a:ext uri="{FF2B5EF4-FFF2-40B4-BE49-F238E27FC236}">
                <ns2:creationId id="{A7FA2864-B831-9E4C-0028-A48DC38C019E}"/>
              </a:ext>
            </a:extLst>
          </p:cNvPr>
          <p:cNvSpPr/>
          <p:nvPr userDrawn="1"/>
        </p:nvSpPr>
        <p:spPr>
          <a:xfrm>
            <a:off x="7569613" y="3997318"/>
            <a:ext cx="3581188" cy="1183858"/>
          </a:xfrm>
          <a:prstGeom prst="roundRect">
            <a:avLst>
              <a:gd name="adj" fmla="val 7817"/>
            </a:avLst>
          </a:prstGeom>
          <a:solidFill>
            <a:srgbClr val="F0FAFF"/>
          </a:solidFill>
          <a:ln w="9525">
            <a:solidFill>
              <a:srgbClr val="E1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larity City"/>
                <a:ea typeface="OPPOSans R"/>
                <a:cs typeface="OPPOSans R"/>
              </a:defRPr>
            </a:pPr>
            <a:endParaRPr kumimoji="0" lang="en-CN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larity City"/>
              <a:ea typeface="OPPOSans R"/>
              <a:cs typeface="OPPOSans R"/>
            </a:endParaRPr>
          </a:p>
        </p:txBody>
      </p:sp>
      <p:sp>
        <p:nvSpPr>
          <p:cNvPr id="32" name="Oval 31">
            <a:extLst>
              <a:ext uri="{FF2B5EF4-FFF2-40B4-BE49-F238E27FC236}">
                <ns2:creationId id="{BFBD92DA-22EC-7B4F-4C63-D35DDBD6E33A}"/>
              </a:ext>
            </a:extLst>
          </p:cNvPr>
          <p:cNvSpPr/>
          <p:nvPr/>
        </p:nvSpPr>
        <p:spPr>
          <a:xfrm>
            <a:off x="5411612" y="3957306"/>
            <a:ext cx="1540810" cy="1540810"/>
          </a:xfrm>
          <a:prstGeom prst="ellips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36" name="Isosceles Triangle 35">
            <a:extLst>
              <a:ext uri="{FF2B5EF4-FFF2-40B4-BE49-F238E27FC236}">
                <ns2:creationId id="{C50D65C4-3E67-FB45-867B-D04BF4BB1AAC}"/>
              </a:ext>
            </a:extLst>
          </p:cNvPr>
          <p:cNvSpPr/>
          <p:nvPr userDrawn="1"/>
        </p:nvSpPr>
        <p:spPr>
          <a:xfrm rot="10800000" flipV="1">
            <a:off x="6113510" y="5533231"/>
            <a:ext cx="187332" cy="161493"/>
          </a:xfrm>
          <a:prstGeom prst="triangle">
            <a:avLst/>
          </a:prstGeom>
          <a:solidFill>
            <a:srgbClr val="1E2856"/>
          </a:solidFill>
          <a:ln w="1270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en-US" sz="900">
              <a:solidFill>
                <a:srgbClr val="FFFFFF"/>
              </a:solidFill>
              <a:latin typeface="Clarity City" panose="02000604030000020004" pitchFamily="2" charset="0"/>
            </a:endParaRPr>
          </a:p>
        </p:txBody>
      </p:sp>
      <p:sp>
        <p:nvSpPr>
          <p:cNvPr id="37" name="Text Placeholder 39">
            <a:extLst>
              <a:ext uri="{FF2B5EF4-FFF2-40B4-BE49-F238E27FC236}">
                <ns2:creationId id="{AD75D895-8CEC-F864-BC39-6AD220170576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1303211" y="4123602"/>
            <a:ext cx="3299269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38" name="Text Placeholder 39">
            <a:extLst>
              <a:ext uri="{FF2B5EF4-FFF2-40B4-BE49-F238E27FC236}">
                <ns2:creationId id="{2B0E41DA-5C98-40D5-98AD-96D3B3CC6EE6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303211" y="4754870"/>
            <a:ext cx="3299269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7F7F7F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39" name="Text Placeholder 39">
            <a:extLst>
              <a:ext uri="{FF2B5EF4-FFF2-40B4-BE49-F238E27FC236}">
                <ns2:creationId id="{A7012654-604E-8C62-9B39-822DCC20E667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303211" y="4435296"/>
            <a:ext cx="3299269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rgbClr val="4162EB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2" name="Text Placeholder 39">
            <a:extLst>
              <a:ext uri="{FF2B5EF4-FFF2-40B4-BE49-F238E27FC236}">
                <ns2:creationId id="{C00EF622-AF30-A73C-5CD9-B9ADDF6B6868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7711141" y="4142147"/>
            <a:ext cx="3299269" cy="247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5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43" name="Text Placeholder 39">
            <a:extLst>
              <a:ext uri="{FF2B5EF4-FFF2-40B4-BE49-F238E27FC236}">
                <ns2:creationId id="{80ECEB5F-8E9F-3153-E442-71A6B2F9A466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7711141" y="4773415"/>
            <a:ext cx="3299269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7F7F7F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4" name="Text Placeholder 39">
            <a:extLst>
              <a:ext uri="{FF2B5EF4-FFF2-40B4-BE49-F238E27FC236}">
                <ns2:creationId id="{F2073577-B3C9-C6C6-E5E2-A8D989B8D09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7711141" y="4453841"/>
            <a:ext cx="3299269" cy="247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0">
                <a:solidFill>
                  <a:srgbClr val="4162EB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ns2:creationId id="{9BE81801-04A3-A107-EC6F-8071CDC2C5B4}"/>
              </a:ext>
            </a:extLst>
          </p:cNvPr>
          <p:cNvCxnSpPr>
            <a:cxnSpLocks/>
          </p:cNvCxnSpPr>
          <p:nvPr userDrawn="1"/>
        </p:nvCxnSpPr>
        <p:spPr>
          <a:xfrm>
            <a:off x="4727881" y="4650965"/>
            <a:ext cx="548969" cy="1583"/>
          </a:xfrm>
          <a:prstGeom prst="line">
            <a:avLst/>
          </a:prstGeom>
          <a:ln w="19050">
            <a:solidFill>
              <a:srgbClr val="1E2856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ns2:creationId id="{361B915B-D28E-0C49-121B-77C3B0331D4B}"/>
              </a:ext>
            </a:extLst>
          </p:cNvPr>
          <p:cNvCxnSpPr>
            <a:cxnSpLocks/>
          </p:cNvCxnSpPr>
          <p:nvPr userDrawn="1"/>
        </p:nvCxnSpPr>
        <p:spPr>
          <a:xfrm flipH="1">
            <a:off x="7021786" y="4650965"/>
            <a:ext cx="548969" cy="1583"/>
          </a:xfrm>
          <a:prstGeom prst="line">
            <a:avLst/>
          </a:prstGeom>
          <a:ln w="19050">
            <a:solidFill>
              <a:srgbClr val="1E2856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p5-vector-21">
            <a:extLst>
              <a:ext uri="{FF2B5EF4-FFF2-40B4-BE49-F238E27FC236}">
                <ns2:creationId id="{661FF7FF-063B-001D-71FE-0F79D351EC64}"/>
              </a:ext>
            </a:extLst>
          </p:cNvPr>
          <p:cNvSpPr>
            <a:spLocks noGrp="1"/>
          </p:cNvSpPr>
          <p:nvPr userDrawn="1"/>
        </p:nvSpPr>
        <p:spPr>
          <a:xfrm>
            <a:off x="2386594" y="5735728"/>
            <a:ext cx="7551156" cy="52766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375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Placeholder 39">
            <a:extLst>
              <a:ext uri="{FF2B5EF4-FFF2-40B4-BE49-F238E27FC236}">
                <ns2:creationId id="{394C25CF-601A-0F60-DB2B-24D06EE12853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227810" y="5843365"/>
            <a:ext cx="1143690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49" name="Picture Placeholder 19">
            <a:extLst>
              <a:ext uri="{FF2B5EF4-FFF2-40B4-BE49-F238E27FC236}">
                <ns2:creationId id="{0B39688E-104A-13A8-4FA0-D38787E52C30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882252" y="5847905"/>
            <a:ext cx="310319" cy="310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0" name="Text Placeholder 39">
            <a:extLst>
              <a:ext uri="{FF2B5EF4-FFF2-40B4-BE49-F238E27FC236}">
                <ns2:creationId id="{E563AF4B-11A5-0730-8E27-1A832F95F864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4906184" y="5843365"/>
            <a:ext cx="1143691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1" name="Picture Placeholder 19">
            <a:extLst>
              <a:ext uri="{FF2B5EF4-FFF2-40B4-BE49-F238E27FC236}">
                <ns2:creationId id="{E0BE7B9E-5554-E2AE-FBE9-619D9793BDE5}"/>
              </a:ext>
            </a:extLst>
          </p:cNvPr>
          <p:cNvSpPr>
            <a:spLocks noGrp="1"/>
          </p:cNvSpPr>
          <p:nvPr>
            <p:ph type="pic" sz="quarter" idx="143"/>
          </p:nvPr>
        </p:nvSpPr>
        <p:spPr>
          <a:xfrm>
            <a:off x="4560627" y="5847905"/>
            <a:ext cx="310319" cy="310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2" name="Text Placeholder 39">
            <a:extLst>
              <a:ext uri="{FF2B5EF4-FFF2-40B4-BE49-F238E27FC236}">
                <ns2:creationId id="{870D29D8-D2FB-1942-EBB2-6D6E27A8B220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6593489" y="5842590"/>
            <a:ext cx="1143691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3" name="Picture Placeholder 19">
            <a:extLst>
              <a:ext uri="{FF2B5EF4-FFF2-40B4-BE49-F238E27FC236}">
                <ns2:creationId id="{B7E0B981-9857-A99C-1F1A-423195298AAD}"/>
              </a:ext>
            </a:extLst>
          </p:cNvPr>
          <p:cNvSpPr>
            <a:spLocks noGrp="1"/>
          </p:cNvSpPr>
          <p:nvPr>
            <p:ph type="pic" sz="quarter" idx="145"/>
          </p:nvPr>
        </p:nvSpPr>
        <p:spPr>
          <a:xfrm>
            <a:off x="6247932" y="5847130"/>
            <a:ext cx="310319" cy="310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4" name="Text Placeholder 39">
            <a:extLst>
              <a:ext uri="{FF2B5EF4-FFF2-40B4-BE49-F238E27FC236}">
                <ns2:creationId id="{B4C585B7-631D-E268-5C51-0E3B9DD3A908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284565" y="5841815"/>
            <a:ext cx="1143690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  <p:sp>
        <p:nvSpPr>
          <p:cNvPr id="55" name="Picture Placeholder 19">
            <a:extLst>
              <a:ext uri="{FF2B5EF4-FFF2-40B4-BE49-F238E27FC236}">
                <ns2:creationId id="{F8CF425C-5A69-A362-D0A2-E79EA4A3F87B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>
          <a:xfrm>
            <a:off x="7939007" y="5846355"/>
            <a:ext cx="310319" cy="310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rgbClr val="1E2856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endParaRPr 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6" name="Text Placeholder 39">
            <a:extLst>
              <a:ext uri="{FF2B5EF4-FFF2-40B4-BE49-F238E27FC236}">
                <ns2:creationId id="{7FA567F0-C1AE-A613-5735-667F4A2F8225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5411612" y="4376422"/>
            <a:ext cx="1540810" cy="3422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100">
                <a:solidFill>
                  <a:schemeClr val="bg1"/>
                </a:solidFill>
                <a:latin typeface="Clarity City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TITLE</a:t>
            </a:r>
          </a:p>
        </p:txBody>
      </p:sp>
      <p:sp>
        <p:nvSpPr>
          <p:cNvPr id="57" name="Text Placeholder 39">
            <a:extLst>
              <a:ext uri="{FF2B5EF4-FFF2-40B4-BE49-F238E27FC236}">
                <ns2:creationId id="{247A1EBB-5AE9-4D4B-F290-AC21E686177D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5411612" y="4825523"/>
            <a:ext cx="1540810" cy="315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  <a:latin typeface="Clarity City" panose="00000400000000000000" pitchFamily="2" charset="0"/>
                <a:ea typeface="OPPOSans R"/>
                <a:cs typeface="OPPOSans R"/>
              </a:defRPr>
            </a:lvl1pPr>
          </a:lstStyle>
          <a:p>
            <a:pPr lvl="0"/>
            <a:r>
              <a:rPr lang="en-US" dirty="0">
                <a:latin typeface="Clarity City"/>
                <a:ea typeface="OPPOSans R"/>
                <a:cs typeface="OPPOSans R"/>
              </a:rPr>
              <a:t>Description</a:t>
            </a:r>
          </a:p>
        </p:txBody>
      </p:sp>
    </p:spTree>
    <p:extLst>
      <p:ext uri="{BB962C8B-B14F-4D97-AF65-F5344CB8AC3E}">
        <ns3:creationId val="76841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drawing/2016/SVG/main" xmlns:ns6="http://schemas.microsoft.com/office/powerpoint/2010/main" xmlns:ns7="http://schemas.microsoft.com/office/powerpoint/2012/main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20">
            <a:extLst>
              <a:ext uri="{FF2B5EF4-FFF2-40B4-BE49-F238E27FC236}">
                <ns2:creationId id="{8F40CD84-DEE9-3512-478A-7E45A24920AA}"/>
              </a:ext>
            </a:extLst>
          </p:cNvPr>
          <p:cNvPicPr>
            <a:picLocks noChangeAspect="1"/>
          </p:cNvPicPr>
          <p:nvPr/>
        </p:nvPicPr>
        <p:blipFill>
          <a:blip ns3:embed="rId7">
            <a:extLst>
              <a:ext uri="{28A0092B-C50C-407E-A947-70E740481C1C}">
                <ns4:useLocalDpi val="0"/>
              </a:ext>
              <a:ext uri="{96DAC541-7B7A-43D3-8B79-37D633B846F1}">
                <ns5:svgBlip ns3:embed="rId8"/>
              </a:ext>
            </a:extLst>
          </a:blip>
          <a:stretch>
            <a:fillRect/>
          </a:stretch>
        </p:blipFill>
        <p:spPr>
          <a:xfrm>
            <a:off x="0" y="6432837"/>
            <a:ext cx="12192000" cy="431800"/>
          </a:xfrm>
          <a:prstGeom prst="rect">
            <a:avLst/>
          </a:prstGeom>
        </p:spPr>
      </p:pic>
    </p:spTree>
    <p:extLst>
      <p:ext uri="{BB962C8B-B14F-4D97-AF65-F5344CB8AC3E}">
        <ns6:creationId val="423633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ns3:id="rId1"/>
    <p:sldLayoutId id="2147483655" ns3:id="rId2"/>
    <p:sldLayoutId id="2147483656" ns3:id="rId3"/>
    <p:sldLayoutId id="2147483657" ns3:id="rId4"/>
    <p:sldLayoutId id="2147483658" ns3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="1">
          <a:solidFill>
            <a:schemeClr val="tx1"/>
          </a:solidFill>
          <a:latin typeface="Clarity City"/>
          <a:ea typeface="OPPOSans B"/>
          <a:cs typeface="OPPOSans B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larity City" panose="020B0604020202020204" pitchFamily="34" charset="0"/>
        <a:buChar char="•"/>
        <a:defRPr sz="2800" kern="1200">
          <a:solidFill>
            <a:schemeClr val="tx1"/>
          </a:solidFill>
          <a:latin typeface="Clarity City"/>
          <a:ea typeface="OPPOSans R"/>
          <a:cs typeface="OPPOSans R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2400" kern="1200">
          <a:solidFill>
            <a:schemeClr val="tx1"/>
          </a:solidFill>
          <a:latin typeface="Clarity City"/>
          <a:ea typeface="OPPOSans R"/>
          <a:cs typeface="OPPOSans R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2000" kern="1200">
          <a:solidFill>
            <a:schemeClr val="tx1"/>
          </a:solidFill>
          <a:latin typeface="Clarity City"/>
          <a:ea typeface="OPPOSans R"/>
          <a:cs typeface="OPPOSans R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9pPr>
    </p:bodyStyle>
    <p:otherStyle>
      <a:defPPr>
        <a:defRPr lang="zh-CN">
          <a:latin typeface="Clarity City"/>
          <a:ea typeface="OPPOSans R"/>
          <a:cs typeface="OPPOSans R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9pPr>
    </p:otherStyle>
  </p:txStyles>
  <p:extLst>
    <p:ext uri="{27BBF7A9-308A-43DC-89C8-2F10F3537804}">
      <ns7:sldGuideLst>
        <ns7:guide id="1" orient="horz" pos="346">
          <ns7:clr>
            <a:srgbClr val="F26B43"/>
          </ns7:clr>
        </ns7:guide>
        <ns7:guide id="2" pos="551">
          <ns7:clr>
            <a:srgbClr val="F26B43"/>
          </ns7:clr>
        </ns7:guide>
      </ns7:sldGuideLst>
    </p:ext>
  </p:extLst>
</p:sldMaster>
</file>

<file path=ppt/slideMasters/slideMaster2.xml><?xml version="1.0" encoding="utf-8"?>
<p:sldMaster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drawing/2016/SVG/main" xmlns:ns6="http://schemas.microsoft.com/office/powerpoint/2010/main" xmlns:ns7="http://schemas.microsoft.com/office/powerpoint/2012/main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0">
            <a:extLst>
              <a:ext uri="{FF2B5EF4-FFF2-40B4-BE49-F238E27FC236}">
                <ns2:creationId id="{42C44210-B731-A427-DB9B-ACE779852FC3}"/>
              </a:ext>
            </a:extLst>
          </p:cNvPr>
          <p:cNvPicPr>
            <a:picLocks noChangeAspect="1"/>
          </p:cNvPicPr>
          <p:nvPr/>
        </p:nvPicPr>
        <p:blipFill>
          <a:blip ns3:embed="rId12">
            <a:extLst>
              <a:ext uri="{28A0092B-C50C-407E-A947-70E740481C1C}">
                <ns4:useLocalDpi val="0"/>
              </a:ext>
              <a:ext uri="{96DAC541-7B7A-43D3-8B79-37D633B846F1}">
                <ns5:svgBlip ns3:embed="rId13"/>
              </a:ext>
            </a:extLst>
          </a:blip>
          <a:stretch>
            <a:fillRect/>
          </a:stretch>
        </p:blipFill>
        <p:spPr>
          <a:xfrm>
            <a:off x="0" y="6432837"/>
            <a:ext cx="12192000" cy="431800"/>
          </a:xfrm>
          <a:prstGeom prst="rect">
            <a:avLst/>
          </a:prstGeom>
        </p:spPr>
      </p:pic>
      <p:sp>
        <p:nvSpPr>
          <p:cNvPr id="3" name="Google Shape;158;g20695613bef_0_13">
            <a:extLst>
              <a:ext uri="{FF2B5EF4-FFF2-40B4-BE49-F238E27FC236}">
                <ns2:creationId id="{7AC5ED53-6B7F-6B22-C49F-BA97D10E7B18}"/>
              </a:ext>
            </a:extLst>
          </p:cNvPr>
          <p:cNvSpPr txBox="1">
            <a:spLocks/>
          </p:cNvSpPr>
          <p:nvPr/>
        </p:nvSpPr>
        <p:spPr>
          <a:xfrm>
            <a:off x="10547002" y="6602276"/>
            <a:ext cx="1411577" cy="143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="1">
                <a:solidFill>
                  <a:schemeClr val="tx1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algn="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fr-FR" sz="933" dirty="0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Copyright © 202</a:t>
            </a:r>
            <a:r>
              <a:rPr lang="en-US" altLang="zh-CN" sz="933" dirty="0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6</a:t>
            </a:r>
            <a:r>
              <a:rPr lang="fr-FR" sz="933" dirty="0" b="1">
                <a:solidFill>
                  <a:schemeClr val="bg1">
                    <a:lumMod val="65000"/>
                  </a:schemeClr>
                </a:solidFill>
                <a:latin typeface="Clarity City" pitchFamily="2" charset="0"/>
                <a:ea typeface="OPPOSans B"/>
                <a:cs typeface="OPPOSans B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ns2:creationId id="{27AF7CE5-F078-DFD1-C925-BBBAD7283F16}"/>
              </a:ext>
            </a:extLst>
          </p:cNvPr>
          <p:cNvSpPr txBox="1">
            <a:spLocks/>
          </p:cNvSpPr>
          <p:nvPr/>
        </p:nvSpPr>
        <p:spPr>
          <a:xfrm>
            <a:off x="662315" y="6459122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>
                <a:latin typeface="Clarity City"/>
                <a:ea typeface="OPPOSans R"/>
                <a:cs typeface="OPPOSans R"/>
              </a:defRPr>
            </a:defPPr>
            <a:lvl1pPr marL="0" algn="l" defTabSz="914400" rtl="0" eaLnBrk="1" latinLnBrk="0" hangingPunct="1">
              <a:defRPr sz="1067" i="0" kern="1200">
                <a:solidFill>
                  <a:schemeClr val="accent1"/>
                </a:solidFill>
                <a:latin typeface="Clarity City" pitchFamily="2" charset="0"/>
                <a:ea typeface="OPPOSans R"/>
                <a:cs typeface="OPPOSans 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Clarity City"/>
                <a:ea typeface="OPPOSans R"/>
                <a:cs typeface="OPPOSans R"/>
              </a:defRPr>
            </a:lvl9pPr>
          </a:lstStyle>
          <a:p>
            <a:fld id="{9C798978-66AF-524A-B2C3-5BACA5672203}" type="slidenum">
              <a:rPr kumimoji="1" lang="zh-CN" altLang="en-US" smtClean="0">
                <a:latin typeface="Clarity City"/>
                <a:ea typeface="OPPOSans R"/>
                <a:cs typeface="OPPOSans R"/>
              </a:rPr>
              <a:pPr/>
              <a:t>‹#›</a:t>
            </a:fld>
            <a:endParaRPr kumimoji="1" lang="zh-CN" altLang="en-US" dirty="0">
              <a:latin typeface="Clarity City"/>
              <a:ea typeface="OPPOSans R"/>
              <a:cs typeface="OPPOSans R"/>
            </a:endParaRPr>
          </a:p>
        </p:txBody>
      </p:sp>
      <p:sp>
        <p:nvSpPr>
          <p:cNvPr id="5" name="Google Shape;158;g20695613bef_0_13">
            <a:extLst>
              <a:ext uri="{FF2B5EF4-FFF2-40B4-BE49-F238E27FC236}">
                <ns2:creationId id="{0AD36CD6-A2AB-4A96-0606-923888FF21C3}"/>
              </a:ext>
            </a:extLst>
          </p:cNvPr>
          <p:cNvSpPr txBox="1">
            <a:spLocks/>
          </p:cNvSpPr>
          <p:nvPr/>
        </p:nvSpPr>
        <p:spPr>
          <a:xfrm>
            <a:off x="5033735" y="6560107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="1">
                <a:solidFill>
                  <a:schemeClr val="tx1"/>
                </a:solidFill>
                <a:latin typeface="Clarity City"/>
                <a:ea typeface="OPPOSans B"/>
                <a:cs typeface="OPPOSans B"/>
              </a:defRPr>
            </a:lvl1pPr>
          </a:lstStyle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b="1">
                <a:latin typeface="Clarity City"/>
                <a:ea typeface="OPPOSans B"/>
                <a:cs typeface="OPPOSans B"/>
              </a:defRPr>
            </a:pPr>
            <a:r>
              <a:rPr kumimoji="1" lang="fr-FR" sz="1067" b="1">
                <a:solidFill>
                  <a:schemeClr val="accent1"/>
                </a:solidFill>
                <a:latin typeface="Clarity City" pitchFamily="2" charset="0"/>
                <a:ea typeface="OPPOSans B"/>
                <a:cs typeface="OPPOSans B"/>
              </a:rPr>
              <a:t>STRICTLY PRIVATE AND CONFIDENTIAL</a:t>
            </a:r>
          </a:p>
        </p:txBody>
      </p:sp>
    </p:spTree>
    <p:extLst>
      <p:ext uri="{BB962C8B-B14F-4D97-AF65-F5344CB8AC3E}">
        <ns6:creationId val="2551859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ns3:id="rId1"/>
    <p:sldLayoutId id="2147483661" ns3:id="rId2"/>
    <p:sldLayoutId id="2147483662" ns3:id="rId3"/>
    <p:sldLayoutId id="2147483664" ns3:id="rId4"/>
    <p:sldLayoutId id="2147483665" ns3:id="rId5"/>
    <p:sldLayoutId id="2147483663" ns3:id="rId6"/>
    <p:sldLayoutId id="2147483669" ns3:id="rId7"/>
    <p:sldLayoutId id="2147483668" ns3:id="rId8"/>
    <p:sldLayoutId id="2147483672" ns3:id="rId9"/>
    <p:sldLayoutId id="2147483673" ns3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Clarity City" pitchFamily="2" charset="0"/>
          <a:ea typeface="OPPOSans B"/>
          <a:cs typeface="OPPOSans B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larity City" panose="020B0604020202020204" pitchFamily="34" charset="0"/>
        <a:buChar char="•"/>
        <a:defRPr sz="2800" kern="1200">
          <a:solidFill>
            <a:schemeClr val="tx1"/>
          </a:solidFill>
          <a:latin typeface="Clarity City"/>
          <a:ea typeface="OPPOSans R"/>
          <a:cs typeface="OPPOSans R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2400" kern="1200">
          <a:solidFill>
            <a:schemeClr val="tx1"/>
          </a:solidFill>
          <a:latin typeface="Clarity City"/>
          <a:ea typeface="OPPOSans R"/>
          <a:cs typeface="OPPOSans R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2000" kern="1200">
          <a:solidFill>
            <a:schemeClr val="tx1"/>
          </a:solidFill>
          <a:latin typeface="Clarity City"/>
          <a:ea typeface="OPPOSans R"/>
          <a:cs typeface="OPPOSans R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9pPr>
    </p:bodyStyle>
    <p:otherStyle>
      <a:defPPr>
        <a:defRPr lang="zh-CN">
          <a:latin typeface="Clarity City"/>
          <a:ea typeface="OPPOSans R"/>
          <a:cs typeface="OPPOSans R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9pPr>
    </p:otherStyle>
  </p:txStyles>
  <p:extLst>
    <p:ext uri="{27BBF7A9-308A-43DC-89C8-2F10F3537804}">
      <ns7:sldGuideLst>
        <ns7:guide id="1" orient="horz" pos="346">
          <ns7:clr>
            <a:srgbClr val="F26B43"/>
          </ns7:clr>
        </ns7:guide>
        <ns7:guide id="2" pos="551">
          <ns7:clr>
            <a:srgbClr val="F26B43"/>
          </ns7:clr>
        </ns7:guide>
      </ns7:sldGuideLst>
    </p:ext>
  </p:extLst>
</p:sldMaster>
</file>

<file path=ppt/slideMasters/slideMaster3.xml><?xml version="1.0" encoding="utf-8"?>
<p:sldMaster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drawing/2016/SVG/main" xmlns:ns6="http://schemas.microsoft.com/office/powerpoint/2010/main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20">
            <a:extLst>
              <a:ext uri="{FF2B5EF4-FFF2-40B4-BE49-F238E27FC236}">
                <ns2:creationId id="{E20DB8F5-11CE-E13B-D85B-E8D979EBC63E}"/>
              </a:ext>
            </a:extLst>
          </p:cNvPr>
          <p:cNvPicPr>
            <a:picLocks noChangeAspect="1"/>
          </p:cNvPicPr>
          <p:nvPr userDrawn="1"/>
        </p:nvPicPr>
        <p:blipFill>
          <a:blip ns3:embed="rId28">
            <a:extLst>
              <a:ext uri="{28A0092B-C50C-407E-A947-70E740481C1C}">
                <ns4:useLocalDpi val="0"/>
              </a:ext>
              <a:ext uri="{96DAC541-7B7A-43D3-8B79-37D633B846F1}">
                <ns5:svgBlip ns3:embed="rId29"/>
              </a:ext>
            </a:extLst>
          </a:blip>
          <a:stretch>
            <a:fillRect/>
          </a:stretch>
        </p:blipFill>
        <p:spPr>
          <a:xfrm>
            <a:off x="0" y="6432837"/>
            <a:ext cx="12192000" cy="431800"/>
          </a:xfrm>
          <a:prstGeom prst="rect">
            <a:avLst/>
          </a:prstGeom>
        </p:spPr>
      </p:pic>
    </p:spTree>
    <p:extLst>
      <p:ext uri="{BB962C8B-B14F-4D97-AF65-F5344CB8AC3E}">
        <ns6:creationId val="82478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ns3:id="rId1"/>
    <p:sldLayoutId id="2147483677" ns3:id="rId2"/>
    <p:sldLayoutId id="2147483678" ns3:id="rId3"/>
    <p:sldLayoutId id="2147483679" ns3:id="rId4"/>
    <p:sldLayoutId id="2147483680" ns3:id="rId5"/>
    <p:sldLayoutId id="2147483681" ns3:id="rId6"/>
    <p:sldLayoutId id="2147483682" ns3:id="rId7"/>
    <p:sldLayoutId id="2147483683" ns3:id="rId8"/>
    <p:sldLayoutId id="2147483688" ns3:id="rId9"/>
    <p:sldLayoutId id="2147483687" ns3:id="rId10"/>
    <p:sldLayoutId id="2147483686" ns3:id="rId11"/>
    <p:sldLayoutId id="2147483684" ns3:id="rId12"/>
    <p:sldLayoutId id="2147483685" ns3:id="rId13"/>
    <p:sldLayoutId id="2147483689" ns3:id="rId14"/>
    <p:sldLayoutId id="2147483690" ns3:id="rId15"/>
    <p:sldLayoutId id="2147483691" ns3:id="rId16"/>
    <p:sldLayoutId id="2147483698" ns3:id="rId17"/>
    <p:sldLayoutId id="2147483699" ns3:id="rId18"/>
    <p:sldLayoutId id="2147483700" ns3:id="rId19"/>
    <p:sldLayoutId id="2147483701" ns3:id="rId20"/>
    <p:sldLayoutId id="2147483692" ns3:id="rId21"/>
    <p:sldLayoutId id="2147483694" ns3:id="rId22"/>
    <p:sldLayoutId id="2147483693" ns3:id="rId23"/>
    <p:sldLayoutId id="2147483695" ns3:id="rId24"/>
    <p:sldLayoutId id="2147483696" ns3:id="rId25"/>
    <p:sldLayoutId id="2147483697" ns3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larity City"/>
          <a:ea typeface="OPPOSans B"/>
          <a:cs typeface="OPPOSans B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larity City" panose="020B0604020202020204" pitchFamily="34" charset="0"/>
        <a:buChar char="•"/>
        <a:defRPr sz="2800" kern="1200">
          <a:solidFill>
            <a:schemeClr val="tx1"/>
          </a:solidFill>
          <a:latin typeface="Clarity City"/>
          <a:ea typeface="OPPOSans R"/>
          <a:cs typeface="OPPOSans R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2400" kern="1200">
          <a:solidFill>
            <a:schemeClr val="tx1"/>
          </a:solidFill>
          <a:latin typeface="Clarity City"/>
          <a:ea typeface="OPPOSans R"/>
          <a:cs typeface="OPPOSans R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2000" kern="1200">
          <a:solidFill>
            <a:schemeClr val="tx1"/>
          </a:solidFill>
          <a:latin typeface="Clarity City"/>
          <a:ea typeface="OPPOSans R"/>
          <a:cs typeface="OPPOSans R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larity City" panose="020B0604020202020204" pitchFamily="34" charset="0"/>
        <a:buChar char="•"/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9pPr>
    </p:bodyStyle>
    <p:otherStyle>
      <a:defPPr>
        <a:defRPr lang="en-US">
          <a:latin typeface="Clarity City"/>
          <a:ea typeface="OPPOSans R"/>
          <a:cs typeface="OPPOSans R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larity City"/>
          <a:ea typeface="OPPOSans R"/>
          <a:cs typeface="OPPOSans 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7.xml" /><ns0:Relationship Id="rId2" Type="http://schemas.openxmlformats.org/officeDocument/2006/relationships/notesSlide" Target="../notesSlides/notesSlide4.xml" /></ns0: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7.xml" /><ns0:Relationship Id="rId2" Type="http://schemas.openxmlformats.org/officeDocument/2006/relationships/notesSlide" Target="../notesSlides/notesSlide1.xml" /></ns0: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3.xml" /><ns0:Relationship Id="rId2" Type="http://schemas.openxmlformats.org/officeDocument/2006/relationships/notesSlide" Target="../notesSlides/notesSlide5.xml" /></ns0: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5.xml" /><ns0:Relationship Id="rId2" Type="http://schemas.openxmlformats.org/officeDocument/2006/relationships/notesSlide" Target="../notesSlides/notesSlide6.xml" /></ns0: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8.xml" /><ns0:Relationship Id="rId2" Type="http://schemas.openxmlformats.org/officeDocument/2006/relationships/notesSlide" Target="../notesSlides/notesSlide2.xml" /></ns0: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1.xml" /><ns0:Relationship Id="rId2" Type="http://schemas.openxmlformats.org/officeDocument/2006/relationships/notesSlide" Target="../notesSlides/notesSlide3.xml" /></ns0: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3812C25-E968-B94A-389B-BCF69322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3F2A37A3-91FC-D0C9-94C0-DB78666C83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39110800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ns2:creationId id="{5B5E98AE-8C3A-042E-20CC-DCCE06081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itle 2">
            <a:extLst>
              <a:ext uri="{FF2B5EF4-FFF2-40B4-BE49-F238E27FC236}">
                <ns2:creationId id="{39B5E7C8-1BD9-184E-A46E-A91DA063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73408991-052E-5BC1-8308-02AE3E8CFB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4176162382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0492376-8651-2E6E-48D5-3710AF90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4A8E2784-4360-E45D-5699-99F030B4E1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B5210170-31BA-3236-C622-F6B1C1181C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4F18EFA5-C726-45CD-9D5A-2166383D5B2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CFCE8D12-75BA-AC37-9690-C679B72A18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7F2BBC21-F8D5-EC1F-BB58-BE6F4C101F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BA98660B-C142-7A3B-44D9-A19CA4A82B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8679CDB5-A3A0-BBF1-1077-0EBEC24F9D1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790BE41C-E04D-D231-D17B-85514193F9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ADD73AA3-EFC8-3B1D-15C9-05FE1F210D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BDBCAB57-7C7D-4196-8FB7-46E1CF6BFF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85A39448-AEC8-1DFB-C6CB-1A3A318A2E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C2A422C8-3C10-B0BD-C5D4-E9BA8A2507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696E6B1C-CD66-EFC2-A286-CDEEB26432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387307708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6C03585-6530-7454-7947-DB669AD2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37B515D4-FE36-D181-0D45-E78CD034D0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168863DC-C4BA-8353-A330-E61C4F34E4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802189A5-62BC-3A35-8A86-277A46F13CC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EFC830B0-FDC8-3151-F0DF-875DE473B07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D44E273B-41E1-925F-EEA4-C42442402EE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BA449D7C-8C54-CB2C-C051-DFF4F4BD261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1A820F34-AF81-D347-2851-D17EA6E38B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BC05E037-9B27-6C74-DACC-0D32195FBD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9C400245-7A25-F207-1C8A-60A72D04EE0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891A58EB-6403-80B7-42D9-6682632C7E7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8965C075-744D-6AC0-3DD6-76A9138B977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B107F704-A239-E544-FBC4-D55381091C5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97C0E5BF-88FE-115A-66CB-3F04153FC94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73405F19-68EA-FE6F-3CCB-180730BE08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BC415169-DE60-BDD7-B9DE-101EA82A0DE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F432FB3B-36B4-92B4-0891-56CC92A8B53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9DA32EF0-CB13-B1A9-28CF-09C03F726C1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A9164E66-E813-7EB9-7421-705FF4C3FF8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343118388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588D1D55-1575-D060-A35F-7947B782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3D75FB7F-6604-8ABB-C2E4-8007394F1C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3FA45069-4C32-D1C3-D91F-62DB943B0F3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859ADCFE-F45B-85D0-C633-1E3D9933D4E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A7343028-76D1-96FF-A85B-1F2AE701255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9F4C91D1-2DF2-213F-2643-5370344C255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17870A0B-276B-A93D-9758-57A72BAA17B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D794B227-51D1-F447-71CB-DD8BA7AE64F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09F54375-258E-9F0B-19EB-5F3D365536C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B7FA7313-BB87-0E46-2064-CD3A5C59E99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A9E0DECF-12A1-B563-6388-0E8AD5B6202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CB4075CA-6B69-9C7F-F083-8DADE5762F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F1F7728A-EDA9-9289-FB19-B3AFC08B588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47A04975-BF13-B04E-B476-B19ED2435A2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95F2E2C9-2162-7E7C-D1FA-84AD3B6FAAF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984FD389-86A5-A1B7-A1B2-3238F106E1B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CEF4C8A8-18D3-0401-A2D6-4AB45A42BBE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F983D757-1E28-A822-9D5C-A82AE149469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1327C95F-1928-9C06-745A-840B936A505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ns2:creationId id="{5A2C2297-B5B8-6430-0720-A9AD38E7998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DC9C941D-B86B-75C2-7C54-AEFF47C7FB4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1FC11D25-8BF7-731E-E654-43C774DCC29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F073F4E0-CD9F-9652-C18F-A6958870A9F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ns2:creationId id="{DBCF020C-32D7-11E3-763E-F37886BCC209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ns2:creationId id="{169A9E72-0DF1-22D8-A439-2F8CBB089099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ns2:creationId id="{577ED23F-D9F1-3ECA-0F72-6E809806B0F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375837895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ns2:creationId id="{246AF7A3-04C2-7CBE-13BF-3D0B33C710A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</p:sp>
      <p:sp>
        <p:nvSpPr>
          <p:cNvPr id="3" name="Picture Placeholder 2">
            <a:extLst>
              <a:ext uri="{FF2B5EF4-FFF2-40B4-BE49-F238E27FC236}">
                <ns2:creationId id="{3C61FBD0-69D3-4190-2BB0-9FC4AA5AA65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</p:sp>
      <p:sp>
        <p:nvSpPr>
          <p:cNvPr id="4" name="Title 3">
            <a:extLst>
              <a:ext uri="{FF2B5EF4-FFF2-40B4-BE49-F238E27FC236}">
                <ns2:creationId id="{589B3EC1-2824-714D-9BEE-5301CD37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85B13098-B69C-1E08-85ED-2CAFF8766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42854B31-3055-6683-337C-FF92014C043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A3C7699D-F49D-21D0-1D96-9998159F27A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FB9C0918-D8C0-676C-921F-70D1CF2816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7365F892-8345-113D-5E41-C1A65956F3E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42D63051-3FB7-3885-0514-62F9DFA74CA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1D2A186E-C3F9-EA76-D7AC-59DC53F2795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7F41ED40-A55A-694E-7054-17678F8ECC4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A1CEAD76-73CE-9B3B-961D-EB3FAA17665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976802785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84B4B88-2D75-3B77-5498-F05CAFCA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9D3A4541-94C7-EE66-CAC4-901587BA08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99A45827-8D88-72F9-52EE-A63B895072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82CB837C-9002-6625-0D53-FCE42955EE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619359AC-4961-BDB3-007F-F71FBE3C037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D010F87D-B39B-1965-E757-46DF117DC1E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1981C8E7-7D55-A0E7-E6B7-CCBD8E68F9C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F7D30FD8-8A4E-7BD6-4043-B64EFAAF879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ED3E8456-4E04-0B36-25B4-C848AE2EAD0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A9B46E01-1886-CF29-BD2B-6360D488168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AA26397B-6361-D7CF-A529-71900692154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EF8043DD-7083-B203-427C-56A5C16B4B4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E7A6418C-69A2-7A6A-783F-8FE0B394C8B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157246FA-FF70-45B5-3265-6A0802E8503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C8F6C7E6-0767-07A6-A318-56A21E71248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92AF8FAE-5EB1-6B4B-7274-4A943C62DA3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93941905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58355CAB-ED90-B628-876C-64EC2203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FC9DDD72-8BA6-F10D-0527-402A85F169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31105996-B69A-BC79-3C39-40A0793091C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0419F75E-BDC1-675B-7672-7AD8211F675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66B81731-3555-91F9-4BE7-C19ED60F04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1BA865F5-3EBA-BC8B-6515-419B6D9143C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50004478-AD75-E02C-0D1A-91E8B47893C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DEE151D4-C9B2-38C5-FD1F-14378D92E50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ns2:creationId id="{EDC425B0-C21A-AFEE-954A-D3EBAD8F34F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11" name="Picture Placeholder 10">
            <a:extLst>
              <a:ext uri="{FF2B5EF4-FFF2-40B4-BE49-F238E27FC236}">
                <ns2:creationId id="{3F17772F-0ABD-FA9F-C592-3EDDF4AACAA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ns3:creationId val="3001534581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C0BFCBC-5571-ABD1-E4DA-02D02308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7FB67670-B12F-137D-3022-ED31DB0F51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ns2:creationId id="{13551A52-5C4A-0AA1-102F-A64E288FCA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Picture Placeholder 4">
            <a:extLst>
              <a:ext uri="{FF2B5EF4-FFF2-40B4-BE49-F238E27FC236}">
                <ns2:creationId id="{D627D897-1693-29D6-2760-C80345A967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6" name="Picture Placeholder 5">
            <a:extLst>
              <a:ext uri="{FF2B5EF4-FFF2-40B4-BE49-F238E27FC236}">
                <ns2:creationId id="{AF29B21A-EFEF-EA92-C3B6-6324F6190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7" name="Picture Placeholder 6">
            <a:extLst>
              <a:ext uri="{FF2B5EF4-FFF2-40B4-BE49-F238E27FC236}">
                <ns2:creationId id="{5B2B3CF6-2E74-AB7B-1F73-35AA92B6754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8" name="Picture Placeholder 7">
            <a:extLst>
              <a:ext uri="{FF2B5EF4-FFF2-40B4-BE49-F238E27FC236}">
                <ns2:creationId id="{E3B93EC8-67C6-90DA-189A-E8969E2B54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9" name="Text Placeholder 8">
            <a:extLst>
              <a:ext uri="{FF2B5EF4-FFF2-40B4-BE49-F238E27FC236}">
                <ns2:creationId id="{F6BFD2CA-F729-0022-8F52-44A2774628A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391BF6E4-ADFC-314E-36C9-B6B2F3A9DE5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ns2:creationId id="{E2CEBE0C-D710-5879-3BBD-7D756582588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12" name="Picture Placeholder 11">
            <a:extLst>
              <a:ext uri="{FF2B5EF4-FFF2-40B4-BE49-F238E27FC236}">
                <ns2:creationId id="{56F57C80-8981-0AA3-A75E-95FE8D04553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13" name="Picture Placeholder 12">
            <a:extLst>
              <a:ext uri="{FF2B5EF4-FFF2-40B4-BE49-F238E27FC236}">
                <ns2:creationId id="{26206912-6495-565B-C823-5FADD493B7A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</p:sp>
      <p:sp>
        <p:nvSpPr>
          <p:cNvPr id="14" name="Picture Placeholder 13">
            <a:extLst>
              <a:ext uri="{FF2B5EF4-FFF2-40B4-BE49-F238E27FC236}">
                <ns2:creationId id="{2530C6FB-8C09-6E48-F9C5-0FF7F948C46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15" name="Text Placeholder 14">
            <a:extLst>
              <a:ext uri="{FF2B5EF4-FFF2-40B4-BE49-F238E27FC236}">
                <ns2:creationId id="{284E6217-D2EC-79C3-F418-50FCC6C343E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0B13B662-4819-75A9-C2AF-EA599067AC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ns2:creationId id="{9EDDBAF8-9178-B4D6-2A7A-463B527C933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</p:sp>
      <p:sp>
        <p:nvSpPr>
          <p:cNvPr id="18" name="Picture Placeholder 17">
            <a:extLst>
              <a:ext uri="{FF2B5EF4-FFF2-40B4-BE49-F238E27FC236}">
                <ns2:creationId id="{FD0C59C6-EFA2-9AC8-DF5C-3F94774203C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</p:sp>
      <p:sp>
        <p:nvSpPr>
          <p:cNvPr id="19" name="Picture Placeholder 18">
            <a:extLst>
              <a:ext uri="{FF2B5EF4-FFF2-40B4-BE49-F238E27FC236}">
                <ns2:creationId id="{D8CAA5D0-AAAD-35FB-B30C-9A40B5526F3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</p:sp>
      <p:sp>
        <p:nvSpPr>
          <p:cNvPr id="20" name="Picture Placeholder 19">
            <a:extLst>
              <a:ext uri="{FF2B5EF4-FFF2-40B4-BE49-F238E27FC236}">
                <ns2:creationId id="{67F60AA9-F806-BFC5-EBDB-2DFB08EB8DF8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</p:sp>
      <p:sp>
        <p:nvSpPr>
          <p:cNvPr id="21" name="Text Placeholder 20">
            <a:extLst>
              <a:ext uri="{FF2B5EF4-FFF2-40B4-BE49-F238E27FC236}">
                <ns2:creationId id="{3EF5B0D5-85DB-408C-CCF4-8A516F45449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0911E401-1D79-C4B1-26FB-9886449983F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ns2:creationId id="{0A6A7E0B-DE55-090C-B118-BEDB8C745E4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</p:sp>
      <p:sp>
        <p:nvSpPr>
          <p:cNvPr id="24" name="Picture Placeholder 23">
            <a:extLst>
              <a:ext uri="{FF2B5EF4-FFF2-40B4-BE49-F238E27FC236}">
                <ns2:creationId id="{F9655FB9-5240-F1B6-A0AD-A1D5D8835243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25" name="Picture Placeholder 24">
            <a:extLst>
              <a:ext uri="{FF2B5EF4-FFF2-40B4-BE49-F238E27FC236}">
                <ns2:creationId id="{68295CAD-BA0A-78B4-1A92-93496333B87A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</p:sp>
      <p:sp>
        <p:nvSpPr>
          <p:cNvPr id="26" name="Picture Placeholder 25">
            <a:extLst>
              <a:ext uri="{FF2B5EF4-FFF2-40B4-BE49-F238E27FC236}">
                <ns2:creationId id="{6CFFED45-57BA-F7DD-72AD-3D325C75102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</p:sp>
      <p:sp>
        <p:nvSpPr>
          <p:cNvPr id="27" name="Text Placeholder 26">
            <a:extLst>
              <a:ext uri="{FF2B5EF4-FFF2-40B4-BE49-F238E27FC236}">
                <ns2:creationId id="{6038C1DD-3032-0D3D-C394-A82297FDF1D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ns2:creationId id="{7CA6C020-3BC9-6657-0CAB-0EC3162B0F5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ns2:creationId id="{F97773B6-3CD1-8919-0681-7EF781103739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</p:sp>
      <p:sp>
        <p:nvSpPr>
          <p:cNvPr id="30" name="Picture Placeholder 29">
            <a:extLst>
              <a:ext uri="{FF2B5EF4-FFF2-40B4-BE49-F238E27FC236}">
                <ns2:creationId id="{7ADFD6A0-3B14-654A-FD39-AA6A47EE640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31" name="Picture Placeholder 30">
            <a:extLst>
              <a:ext uri="{FF2B5EF4-FFF2-40B4-BE49-F238E27FC236}">
                <ns2:creationId id="{56E5A536-EC12-D68C-21A3-00B033BF8907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</p:spTree>
    <p:extLst>
      <p:ext uri="{BB962C8B-B14F-4D97-AF65-F5344CB8AC3E}">
        <ns3:creationId val="94496063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10B61906-7C57-1940-AA19-329B8F44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9A9696EE-6021-BDB2-E854-6E28B7BAF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734CCFB5-B76F-36D2-CA4E-330E76D43A8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405446CB-4C1D-CC3C-AC3B-5C9FC414B91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CCE4CF45-FB7A-1BAA-2D2F-2BE085449AA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8FE992D9-C9C1-3EF6-1C65-9A544CB45E7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71A89AD1-CF6B-161D-2541-76F60EDF137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B2A4F2F4-3486-2DF6-DF36-0CEE3CC992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7D49D377-3C1A-7580-3867-934CD609FB1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CC12F65B-1DD7-F650-8F70-006CB1BB8B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5F1792B0-4889-86E1-DE94-4D64D73AD2E4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21C2DE9C-2C76-D594-5E6A-942DFF2E4775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ns2:creationId id="{196F7DAA-0418-4D3D-D1A3-14C5CB448A19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</p:sp>
      <p:sp>
        <p:nvSpPr>
          <p:cNvPr id="15" name="Text Placeholder 14">
            <a:extLst>
              <a:ext uri="{FF2B5EF4-FFF2-40B4-BE49-F238E27FC236}">
                <ns2:creationId id="{594A2A17-B3F5-D643-895C-6C2010EAC033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E7501605-8511-47DB-FD3A-4BEFA0931BD2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F0E8A418-86BA-E2AD-BE5C-9C9BDF0DE7B9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5EF88722-996A-2C35-095B-71B9F4CD241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974CC627-3068-2B00-FD9C-4B1EB1620F1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E73F7DA6-434C-F228-0436-E7D359C381D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398284311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489845AA-9594-CDCF-58A5-7F18C399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B4D04492-2CD6-49A8-E3C9-CACED5D028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005D039B-AAD6-B360-CB53-C048DB7332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567B95D4-9217-1DF6-BCE3-D5A99C2F013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0A44511F-1DB0-ED31-7DA2-D85A66BB27D5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B357B4B4-4492-B870-8EF0-EB16558BDED8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1992187C-E00B-3CE9-8357-FCF87D493B35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388272D1-2DCF-298F-102E-42AA79CFCC4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6B5E636D-639C-925E-AA98-8A757AE70D89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6BC008FC-035D-9F1D-4134-D383EBDC0A78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4A38934D-3C22-C13E-401D-5893A226BB2A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9D3DB197-08EC-15F5-9F08-907C892C8B28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E9EBEFF4-7BE7-6926-E91D-6D7AEE500D9F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161D81E4-EDFD-70E3-8372-D43D783273E2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961305056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46310EC-35F5-E4A6-CDD2-C8F9E8E0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713ECB76-4065-A6D1-1A66-5B8331230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03B77789-6F0B-995F-C1A0-93A677A9A4A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C40F1470-396A-111B-DB53-30A8D4D9985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4016C533-EF23-E71C-641D-DF05D1598A3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D7E9EAFB-8AA0-BA06-088A-5D0341A8D466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FCB21EDD-1482-9BF1-69C5-535AC8E9445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8A33E647-487F-0B71-A8C3-26FC16690DE3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BADF7510-6B34-AEDE-34C0-A2066EC54A55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421DBDE5-3E03-2062-9587-85695A817E71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1D76900E-C490-FDBF-D2CD-4EE387209992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55908CAA-EB11-B2DD-13DF-F5CABBF270E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31EC3A86-C976-C809-7E25-8BBE839ED73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ns2:creationId id="{62E71739-F618-AA6F-1538-85DB50B747DD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/>
      </p:sp>
      <p:sp>
        <p:nvSpPr>
          <p:cNvPr id="16" name="Text Placeholder 15">
            <a:extLst>
              <a:ext uri="{FF2B5EF4-FFF2-40B4-BE49-F238E27FC236}">
                <ns2:creationId id="{2D3002EC-A127-04EB-1A03-9610D701DEB6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AC2C3071-0990-731D-9B49-96D5C1E74671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ADD42401-50FB-2E34-C0E6-4E9C6F064352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B428EFAF-C171-4418-2081-5687FD918161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9FDDB694-28A6-DE28-D2B3-ADB69AA93023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ns2:creationId id="{BE97C1DA-12C0-FD16-3BFC-9CE3D58DE522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ns2:creationId id="{DCCFA181-4E11-E1FF-3236-5D87D2D74915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23" name="Text Placeholder 22">
            <a:extLst>
              <a:ext uri="{FF2B5EF4-FFF2-40B4-BE49-F238E27FC236}">
                <ns2:creationId id="{B01F022C-6418-37CB-0073-F7597CA1A632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815C2133-699C-8DEB-155B-4CD01E83176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ns2:creationId id="{5844C124-1E6B-2E00-4A13-D4CB3ADCD2D9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ns2:creationId id="{9FAC176D-D585-4A8D-256E-D155A3647EF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ns2:creationId id="{7D5E615B-F6DE-BB15-C7B2-C56C42692F7C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/>
      </p:sp>
      <p:sp>
        <p:nvSpPr>
          <p:cNvPr id="28" name="Text Placeholder 27">
            <a:extLst>
              <a:ext uri="{FF2B5EF4-FFF2-40B4-BE49-F238E27FC236}">
                <ns2:creationId id="{0FFB2C88-4F02-65BA-204F-19CAC29740D6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ns2:creationId id="{4318EC48-3290-4654-B88C-117836A63789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ns2:creationId id="{1C66E254-F88F-E0FC-BB84-650339344361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ns2:creationId id="{48FAA0D6-74CA-F123-E87A-834D167AC8A5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ns2:creationId id="{8B15E8B4-7E0E-0931-3CBE-C6FF94282274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33" name="Text Placeholder 32">
            <a:extLst>
              <a:ext uri="{FF2B5EF4-FFF2-40B4-BE49-F238E27FC236}">
                <ns2:creationId id="{9696B5B5-33AE-829A-044B-F07322CBCF38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ns2:creationId id="{29B24803-E23A-F943-204D-456229C80499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ns2:creationId id="{F1E41AC6-D280-2AC7-0A39-17F55FEC4616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ns2:creationId id="{1C449A65-F137-73B1-7235-B413FEE87494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ns2:creationId id="{F05F2D7B-C4F3-0F32-548C-21ADFCF5356D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/>
      </p:sp>
      <p:sp>
        <p:nvSpPr>
          <p:cNvPr id="38" name="Text Placeholder 37">
            <a:extLst>
              <a:ext uri="{FF2B5EF4-FFF2-40B4-BE49-F238E27FC236}">
                <ns2:creationId id="{C49FCA00-3B49-689E-C62F-D9C71F3BD40F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ns2:creationId id="{7EF327CF-BC2A-25D7-9563-BD1809104BCF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ns2:creationId id="{C17ECB9D-2CCA-3B46-5703-FB5E45CCB5E9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ns2:creationId id="{DA5FDB58-9E58-E055-F09C-F0ED56E092C9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ns2:creationId id="{6EB59925-5580-FF05-F983-F400CD541557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3667443428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041C2A68-9E85-4A52-8499-04289D2AC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E87BF57E-7D3A-E09E-75E2-6DDFCC562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ns2:creationId id="{2FC360DC-A59C-3DB7-D2F0-3D9A016E12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ns2:creationId id="{060418F8-E318-47F2-9A74-88AF086B151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FA1C58A7-F06B-6BC8-529D-83BD8E342DED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24EFC4FD-1EAA-9E89-EA00-FFE94342310C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EA4E038D-E130-59CA-B341-E41357804DDF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ns2:creationId id="{4BC035B6-3AA7-CD89-CFEC-D72113831A2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10" name="Picture Placeholder 9">
            <a:extLst>
              <a:ext uri="{FF2B5EF4-FFF2-40B4-BE49-F238E27FC236}">
                <ns2:creationId id="{A5339993-20BB-083F-D14D-64EEEC60608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11" name="Text Placeholder 10">
            <a:extLst>
              <a:ext uri="{FF2B5EF4-FFF2-40B4-BE49-F238E27FC236}">
                <ns2:creationId id="{690ABF44-186E-4BC2-6A4D-373C70C9F3FE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ns2:creationId id="{CF10E2B6-8F3A-FCCE-4B6C-84E332620D81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13" name="Text Placeholder 12">
            <a:extLst>
              <a:ext uri="{FF2B5EF4-FFF2-40B4-BE49-F238E27FC236}">
                <ns2:creationId id="{80FD49C8-F305-4F00-F980-A718ADDF6CB3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7B44DFFA-79F9-2127-2FF1-4834F6FF855C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70E487F8-0FD9-EA95-1FB0-4AF615290DE6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9135CCC9-8E50-2F18-8D55-AC57EC29134A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ns2:creationId id="{26B392DD-45E4-8F20-B64A-87BA2B19D4DD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/>
      </p:sp>
      <p:sp>
        <p:nvSpPr>
          <p:cNvPr id="18" name="Picture Placeholder 17">
            <a:extLst>
              <a:ext uri="{FF2B5EF4-FFF2-40B4-BE49-F238E27FC236}">
                <ns2:creationId id="{05936351-0968-F280-1B60-098F2E45CE47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/>
      </p:sp>
      <p:sp>
        <p:nvSpPr>
          <p:cNvPr id="19" name="Text Placeholder 18">
            <a:extLst>
              <a:ext uri="{FF2B5EF4-FFF2-40B4-BE49-F238E27FC236}">
                <ns2:creationId id="{5D738E13-1D75-06A3-282F-AD25231E7D33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ns2:creationId id="{60AC6858-B23F-501A-6553-E6AD57417380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21" name="Text Placeholder 20">
            <a:extLst>
              <a:ext uri="{FF2B5EF4-FFF2-40B4-BE49-F238E27FC236}">
                <ns2:creationId id="{3E6D03EF-33DA-5566-89F3-5D791EA8479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D302F940-DCA4-433F-89AC-F823C0B654C5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451C4E61-6A4C-6F23-86AE-A225B86BC92D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79633895-0E6A-4385-12DC-C6165E18D44A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ns2:creationId id="{ABD70A6D-8889-4926-967E-56B05F59CEDC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26" name="Picture Placeholder 25">
            <a:extLst>
              <a:ext uri="{FF2B5EF4-FFF2-40B4-BE49-F238E27FC236}">
                <ns2:creationId id="{AE6B591E-53CF-A136-3A9F-DE96DBC6C3F4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</p:sp>
      <p:sp>
        <p:nvSpPr>
          <p:cNvPr id="27" name="Text Placeholder 26">
            <a:extLst>
              <a:ext uri="{FF2B5EF4-FFF2-40B4-BE49-F238E27FC236}">
                <ns2:creationId id="{7A8277BF-16C9-72BF-7DF9-2683C3B421B8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ns2:creationId id="{C325ED4D-606C-A961-750E-034F9BE84CA6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/>
      </p:sp>
      <p:sp>
        <p:nvSpPr>
          <p:cNvPr id="29" name="Text Placeholder 28">
            <a:extLst>
              <a:ext uri="{FF2B5EF4-FFF2-40B4-BE49-F238E27FC236}">
                <ns2:creationId id="{CAB24732-C772-AD23-0E98-53E04B1991DB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ns2:creationId id="{46671F08-80EB-1C09-3E5A-6FAC2E6E047B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ns2:creationId id="{A7579A59-0499-7BEC-F037-4277ACF7116C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ns2:creationId id="{C3057C88-0408-72EB-7640-0E87CA2BAA5E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ns2:creationId id="{63FF55FB-E3A0-60E1-D8C1-38847A82B04B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/>
      </p:sp>
      <p:sp>
        <p:nvSpPr>
          <p:cNvPr id="34" name="Picture Placeholder 33">
            <a:extLst>
              <a:ext uri="{FF2B5EF4-FFF2-40B4-BE49-F238E27FC236}">
                <ns2:creationId id="{69180EF1-8CFF-1F09-40F3-D500EAD8A4BA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35" name="Text Placeholder 34">
            <a:extLst>
              <a:ext uri="{FF2B5EF4-FFF2-40B4-BE49-F238E27FC236}">
                <ns2:creationId id="{B26F909E-68A2-BA6E-A682-7E5825CEA941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ns2:creationId id="{2EBF61E5-6104-FCD6-44FA-E0929988F0B0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37" name="Text Placeholder 36">
            <a:extLst>
              <a:ext uri="{FF2B5EF4-FFF2-40B4-BE49-F238E27FC236}">
                <ns2:creationId id="{F65B47E7-0AFE-6DF9-9307-E5E63DE287A2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ns2:creationId id="{42BF97CC-60E4-998A-7A8A-7AE1F0902225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ns2:creationId id="{F70173B7-CE09-6C01-C2E4-21041DB1F42A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ns2:creationId id="{4AD602D2-EF74-6AE1-8F57-1DB45255954A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ns2:creationId id="{082A0960-3798-3A95-0CC2-17139318D330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/>
      </p:sp>
      <p:sp>
        <p:nvSpPr>
          <p:cNvPr id="42" name="Picture Placeholder 41">
            <a:extLst>
              <a:ext uri="{FF2B5EF4-FFF2-40B4-BE49-F238E27FC236}">
                <ns2:creationId id="{0ED60E8E-A437-B695-90DB-63C0035509EE}"/>
              </a:ext>
            </a:extLst>
          </p:cNvPr>
          <p:cNvSpPr>
            <a:spLocks noGrp="1"/>
          </p:cNvSpPr>
          <p:nvPr>
            <p:ph type="pic" sz="quarter" idx="101"/>
          </p:nvPr>
        </p:nvSpPr>
        <p:spPr/>
      </p:sp>
      <p:sp>
        <p:nvSpPr>
          <p:cNvPr id="43" name="Text Placeholder 42">
            <a:extLst>
              <a:ext uri="{FF2B5EF4-FFF2-40B4-BE49-F238E27FC236}">
                <ns2:creationId id="{2C917C8D-0FC4-5556-B1BF-5DA4C7125EF3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ns2:creationId id="{AE489EBE-7056-0E0F-A8F9-72443DBCCA70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/>
      </p:sp>
      <p:sp>
        <p:nvSpPr>
          <p:cNvPr id="45" name="Text Placeholder 44">
            <a:extLst>
              <a:ext uri="{FF2B5EF4-FFF2-40B4-BE49-F238E27FC236}">
                <ns2:creationId id="{0FA195D3-C3C2-7E15-A9EB-98BAA77AABF5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ns2:creationId id="{B6F346C0-7653-862F-A7D3-E6244BFBEFDC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ns2:creationId id="{30E29528-0171-07D2-E860-4DFE0FE14831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ns2:creationId id="{3512164C-9DFD-9FFB-5578-A607952A790B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ns2:creationId id="{EB24ED46-E7BC-83A8-AD51-82DBD31044AD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/>
      </p:sp>
      <p:sp>
        <p:nvSpPr>
          <p:cNvPr id="50" name="Picture Placeholder 49">
            <a:extLst>
              <a:ext uri="{FF2B5EF4-FFF2-40B4-BE49-F238E27FC236}">
                <ns2:creationId id="{B0E6AD34-FB46-AAEC-F54B-3449EDA68817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/>
      </p:sp>
      <p:sp>
        <p:nvSpPr>
          <p:cNvPr id="51" name="Text Placeholder 50">
            <a:extLst>
              <a:ext uri="{FF2B5EF4-FFF2-40B4-BE49-F238E27FC236}">
                <ns2:creationId id="{5001CBD9-7F4D-6A3E-7FAC-6BE11F569B09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387370936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61F222F7-A6BA-E5FF-0B44-40DD474E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C1CB987B-183D-8B1D-5800-1354A6F4FF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28187D1A-9CA0-2104-10EF-1ACDB5B8A17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C4E4F44A-F7B1-2B8C-4B04-43B10C9D10A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2AF6505A-3DBB-B0E6-41E1-81F102CE3E5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A4694667-6D0D-F203-24F3-79C6AEDCD48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99530DC3-9A56-E7DF-D20A-BBC5E77D41F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E008E959-8D73-32CD-94F9-70FE6F8EBD2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1231680E-85A6-6D28-D29A-55EF35CFC01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3000BA9F-3B9A-5422-3A2D-63088E93AD5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3CFBE65D-6133-51D0-9A92-B8C6E8C58DC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ns2:creationId id="{F17856B0-864B-ED6E-6D37-D82776BBE5E2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14" name="Text Placeholder 13">
            <a:extLst>
              <a:ext uri="{FF2B5EF4-FFF2-40B4-BE49-F238E27FC236}">
                <ns2:creationId id="{B5E5FB77-B3D9-1713-B3FD-3851E14F35CF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8CF49CA0-1769-E499-5379-811648768AD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E00EAE71-A67B-6021-6BCF-18F073F33CB8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68FAEF42-649D-ECA4-538F-79B22D5775E6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ns2:creationId id="{07EB2C31-C457-327C-5D58-015ADA0A3CED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</p:sp>
      <p:sp>
        <p:nvSpPr>
          <p:cNvPr id="19" name="Picture Placeholder 18">
            <a:extLst>
              <a:ext uri="{FF2B5EF4-FFF2-40B4-BE49-F238E27FC236}">
                <ns2:creationId id="{B90FEEE8-EDF7-CCBD-DAC4-BA3D543711CD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</p:spTree>
    <p:extLst>
      <p:ext uri="{BB962C8B-B14F-4D97-AF65-F5344CB8AC3E}">
        <ns3:creationId val="1114264450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DF7A8018-C3BC-85C2-FC62-E06EE921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C5C38B9A-9F37-FB62-3B5B-8C200C59C9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A24D1F74-2A71-C630-9D64-1B0B6DF10D6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554F42B8-5C1D-46F3-07FF-69631E5D3D0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C3D27429-A92E-6454-6529-1B0EB87EA5A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1B0DB2C1-23B2-F6F7-C4D7-8F309860E46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2CBE71E5-54ED-381D-FE1D-9A78AF935CB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BB96F811-FDF7-43D7-8A61-612FBEBD26E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103E51AC-6756-CE2A-FE5E-B965C8FE1F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5B5FFE91-FDA0-BC8C-3B36-7FC47C470DE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FFA7D388-8601-E16B-D990-31AD7CE9603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356754231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DE4DC787-77B5-2CB0-BE7C-CEC7C67E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49F1A726-6A26-C420-E7F2-F528EAA5D44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689A2787-AF87-9FC3-D774-79C9B547F8D8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AD88FE46-D244-9D6A-6AE4-B2ADFCC0DDB2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ns2:creationId id="{F3DA77E4-F0EC-E8F9-7435-6B9012406855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/>
      </p:sp>
      <p:sp>
        <p:nvSpPr>
          <p:cNvPr id="7" name="Text Placeholder 6">
            <a:extLst>
              <a:ext uri="{FF2B5EF4-FFF2-40B4-BE49-F238E27FC236}">
                <ns2:creationId id="{DFEC7BE8-9DDC-2DA6-3A19-430D99E200AF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E7B3D464-EA89-4E8A-E88B-E6E083728AD7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F699B23D-E7F6-CF6B-605F-8AE3CAE957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CDD0FDAB-14AB-3600-84E1-27EA6F3FC2BC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EC246E6F-B512-6645-4805-B649B0DEEA68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4092AA7D-DFD8-2532-8B46-96EED94D6026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8FD4C2FC-F3E6-B278-C1D4-3991822DEA7E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AED3A127-CDC2-EC09-1276-5147134B5453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72007506-9E46-3B97-E9CD-5A20FDD73EE8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23824B51-795F-3AB5-229D-0A09D3BDD187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ns2:creationId id="{A6DDC624-2262-F58D-9905-4382E2826C45}"/>
              </a:ext>
            </a:extLst>
          </p:cNvPr>
          <p:cNvSpPr>
            <a:spLocks noGrp="1"/>
          </p:cNvSpPr>
          <p:nvPr>
            <p:ph type="pic" sz="quarter" idx="122"/>
          </p:nvPr>
        </p:nvSpPr>
        <p:spPr/>
      </p:sp>
      <p:sp>
        <p:nvSpPr>
          <p:cNvPr id="18" name="Text Placeholder 17">
            <a:extLst>
              <a:ext uri="{FF2B5EF4-FFF2-40B4-BE49-F238E27FC236}">
                <ns2:creationId id="{0A69D217-82F5-0087-8609-32CCFAAC87E3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59D689C7-5A50-B3A9-3652-F25EEDDC68EC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12C196B0-EB52-7056-994F-CC79398C02FA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ns2:creationId id="{818E387B-DC55-A21F-E742-C6B7FBD294E6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CC47DA18-E0EB-55FB-AFBB-0CC8E09E8E97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226AD519-7C0C-116F-23BF-8D98E1055D2C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E0AB3471-43F8-76E2-5A06-2038E0EC7241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ns2:creationId id="{56EF5622-C932-A17D-4202-BA4A8C992BD1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ns2:creationId id="{C8CC6E74-3FBD-58F5-897B-2FB564B3FE6D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ns2:creationId id="{E71BC045-D6DA-795E-2AA4-00DB2615B08E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ns2:creationId id="{B341F571-678C-F142-9E1A-B8EDC1C98269}"/>
              </a:ext>
            </a:extLst>
          </p:cNvPr>
          <p:cNvSpPr>
            <a:spLocks noGrp="1"/>
          </p:cNvSpPr>
          <p:nvPr>
            <p:ph type="pic" sz="quarter" idx="133"/>
          </p:nvPr>
        </p:nvSpPr>
        <p:spPr/>
      </p:sp>
      <p:sp>
        <p:nvSpPr>
          <p:cNvPr id="29" name="Text Placeholder 28">
            <a:extLst>
              <a:ext uri="{FF2B5EF4-FFF2-40B4-BE49-F238E27FC236}">
                <ns2:creationId id="{1E4D1DC5-2746-5A9A-32DC-0889AABBD3C0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ns2:creationId id="{3C4EE3AB-2C7B-A618-4B41-4DC8387AED72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ns2:creationId id="{D13963C9-9925-E9E5-F249-D53616C237C6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ns2:creationId id="{03729815-EB70-929F-983F-90A7299F4A18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ns2:creationId id="{11D3756E-DD7A-2C31-57E3-F6E6C86E3304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ns2:creationId id="{229BD191-1700-6AEC-28B9-37B04CC31B8B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ns2:creationId id="{1163375B-1270-9860-1075-2B291485C3C2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ns2:creationId id="{6F3B1DD5-72EB-B03F-A09F-E3709C40F68E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ns2:creationId id="{420A3AE5-3C87-D454-3C64-638B486EE376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ns2:creationId id="{D11A3E98-7134-9D5D-F916-E836DABBB275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ns2:creationId id="{1FCBC83E-D38F-1652-0BAC-2EC9DA456F42}"/>
              </a:ext>
            </a:extLst>
          </p:cNvPr>
          <p:cNvSpPr>
            <a:spLocks noGrp="1"/>
          </p:cNvSpPr>
          <p:nvPr>
            <p:ph type="pic" sz="quarter" idx="144"/>
          </p:nvPr>
        </p:nvSpPr>
        <p:spPr/>
      </p:sp>
      <p:sp>
        <p:nvSpPr>
          <p:cNvPr id="40" name="Text Placeholder 39">
            <a:extLst>
              <a:ext uri="{FF2B5EF4-FFF2-40B4-BE49-F238E27FC236}">
                <ns2:creationId id="{A4C63527-6478-E987-B35C-0954862DABBC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ns2:creationId id="{A08FDD11-58E4-D5B4-C591-C898C31089C7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ns2:creationId id="{2811586E-0DC8-E474-2482-12A627EB6A7A}"/>
              </a:ext>
            </a:extLst>
          </p:cNvPr>
          <p:cNvSpPr>
            <a:spLocks noGrp="1"/>
          </p:cNvSpPr>
          <p:nvPr>
            <p:ph type="body" sz="quarter" idx="1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ns2:creationId id="{8FD81E37-3AE7-8335-B8BF-0AA18A0BD59B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ns2:creationId id="{75D17D52-8A8F-CFD9-1324-FE1602767563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ns2:creationId id="{94BA6395-4FEF-E5A9-C4ED-D0C0863098BB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ns2:creationId id="{6DA75E62-4421-0C87-FCC3-C95F27851AEC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857715363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C6E39D19-65E0-617D-CEBC-8EDE5055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CB4830EA-6413-AE01-6B3F-7BFADD23B1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412A3638-D671-0E1E-E5C6-E7244373551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26A0626E-AB4A-A77D-0296-3D0F4A8936A0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DA2AF269-6603-517D-B39C-A55B240A84B2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1499779B-E3D8-F882-8E0A-0D77CF4290B2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D12D2761-5C55-9C86-6F24-926CB5501344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62005FAA-2E64-2FC5-088B-39B19D7065ED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281C605C-76DE-A97B-2734-A5353D05E17C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C929099B-B46F-9AE4-B16F-CD526FD94A8F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ns2:creationId id="{BE0A46AA-4B29-C6C2-FFC3-65FDC9FFFFAF}"/>
              </a:ext>
            </a:extLst>
          </p:cNvPr>
          <p:cNvSpPr>
            <a:spLocks noGrp="1"/>
          </p:cNvSpPr>
          <p:nvPr>
            <p:ph type="pic" sz="quarter" idx="162"/>
          </p:nvPr>
        </p:nvSpPr>
        <p:spPr/>
      </p:sp>
      <p:sp>
        <p:nvSpPr>
          <p:cNvPr id="13" name="Text Placeholder 12">
            <a:extLst>
              <a:ext uri="{FF2B5EF4-FFF2-40B4-BE49-F238E27FC236}">
                <ns2:creationId id="{923C08E8-951C-FCE2-47DA-B1EECBD5C452}"/>
              </a:ext>
            </a:extLst>
          </p:cNvPr>
          <p:cNvSpPr>
            <a:spLocks noGrp="1"/>
          </p:cNvSpPr>
          <p:nvPr>
            <p:ph type="body" sz="quarter" idx="1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D6A4B769-A17B-C7D4-E470-773EB9207231}"/>
              </a:ext>
            </a:extLst>
          </p:cNvPr>
          <p:cNvSpPr>
            <a:spLocks noGrp="1"/>
          </p:cNvSpPr>
          <p:nvPr>
            <p:ph type="body" sz="quarter" idx="1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3891A845-0079-DF6D-FE48-96494003E5F7}"/>
              </a:ext>
            </a:extLst>
          </p:cNvPr>
          <p:cNvSpPr>
            <a:spLocks noGrp="1"/>
          </p:cNvSpPr>
          <p:nvPr>
            <p:ph type="body" sz="quarter" idx="1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3E1CD8E5-0C6D-2603-6C08-15BEA245DD2F}"/>
              </a:ext>
            </a:extLst>
          </p:cNvPr>
          <p:cNvSpPr>
            <a:spLocks noGrp="1"/>
          </p:cNvSpPr>
          <p:nvPr>
            <p:ph type="body" sz="quarter" idx="1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087A051A-3CCD-00CC-E497-B8ACCB515E30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B9DDF1C6-0BE1-376F-6145-350C988527AB}"/>
              </a:ext>
            </a:extLst>
          </p:cNvPr>
          <p:cNvSpPr>
            <a:spLocks noGrp="1"/>
          </p:cNvSpPr>
          <p:nvPr>
            <p:ph type="body" sz="quarter" idx="1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A65385DD-FF56-B229-DDAA-C9CD2D8ACB60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F40C7652-D704-DACC-6865-034036CAA861}"/>
              </a:ext>
            </a:extLst>
          </p:cNvPr>
          <p:cNvSpPr>
            <a:spLocks noGrp="1"/>
          </p:cNvSpPr>
          <p:nvPr>
            <p:ph type="body" sz="quarter" idx="1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ns2:creationId id="{670B61C6-212C-5C4F-E78F-1D1952F5CA7B}"/>
              </a:ext>
            </a:extLst>
          </p:cNvPr>
          <p:cNvSpPr>
            <a:spLocks noGrp="1"/>
          </p:cNvSpPr>
          <p:nvPr>
            <p:ph type="pic" sz="quarter" idx="171"/>
          </p:nvPr>
        </p:nvSpPr>
        <p:spPr/>
      </p:sp>
      <p:sp>
        <p:nvSpPr>
          <p:cNvPr id="22" name="Text Placeholder 21">
            <a:extLst>
              <a:ext uri="{FF2B5EF4-FFF2-40B4-BE49-F238E27FC236}">
                <ns2:creationId id="{4320ED88-FE7C-03CE-2FED-E79BAA5C815B}"/>
              </a:ext>
            </a:extLst>
          </p:cNvPr>
          <p:cNvSpPr>
            <a:spLocks noGrp="1"/>
          </p:cNvSpPr>
          <p:nvPr>
            <p:ph type="body" sz="quarter" idx="1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48704603-8937-7562-F59F-7F9C19A21D5D}"/>
              </a:ext>
            </a:extLst>
          </p:cNvPr>
          <p:cNvSpPr>
            <a:spLocks noGrp="1"/>
          </p:cNvSpPr>
          <p:nvPr>
            <p:ph type="body" sz="quarter" idx="1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04BDD30D-042A-4355-905D-D6FF140B159D}"/>
              </a:ext>
            </a:extLst>
          </p:cNvPr>
          <p:cNvSpPr>
            <a:spLocks noGrp="1"/>
          </p:cNvSpPr>
          <p:nvPr>
            <p:ph type="body" sz="quarter" idx="1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ns2:creationId id="{13B0947E-1445-DBBE-66AB-840491A6FB89}"/>
              </a:ext>
            </a:extLst>
          </p:cNvPr>
          <p:cNvSpPr>
            <a:spLocks noGrp="1"/>
          </p:cNvSpPr>
          <p:nvPr>
            <p:ph type="body" sz="quarter" idx="17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ns2:creationId id="{BE6C6ACB-2EDD-3122-8B3A-2BB725309A26}"/>
              </a:ext>
            </a:extLst>
          </p:cNvPr>
          <p:cNvSpPr>
            <a:spLocks noGrp="1"/>
          </p:cNvSpPr>
          <p:nvPr>
            <p:ph type="body" sz="quarter" idx="17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ns2:creationId id="{481D7B1D-1028-9561-FE21-34DAF5E6FBD2}"/>
              </a:ext>
            </a:extLst>
          </p:cNvPr>
          <p:cNvSpPr>
            <a:spLocks noGrp="1"/>
          </p:cNvSpPr>
          <p:nvPr>
            <p:ph type="body" sz="quarter" idx="17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ns2:creationId id="{7E5FF9E2-B1A3-AC7A-C2BF-691156CAB39F}"/>
              </a:ext>
            </a:extLst>
          </p:cNvPr>
          <p:cNvSpPr>
            <a:spLocks noGrp="1"/>
          </p:cNvSpPr>
          <p:nvPr>
            <p:ph type="body" sz="quarter" idx="17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ns2:creationId id="{0D48DF96-DED0-F8DB-B103-710222A6BECE}"/>
              </a:ext>
            </a:extLst>
          </p:cNvPr>
          <p:cNvSpPr>
            <a:spLocks noGrp="1"/>
          </p:cNvSpPr>
          <p:nvPr>
            <p:ph type="body" sz="quarter" idx="17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ns2:creationId id="{D2F30D22-7549-2356-1BCC-0786C6B53DF8}"/>
              </a:ext>
            </a:extLst>
          </p:cNvPr>
          <p:cNvSpPr>
            <a:spLocks noGrp="1"/>
          </p:cNvSpPr>
          <p:nvPr>
            <p:ph type="pic" sz="quarter" idx="180"/>
          </p:nvPr>
        </p:nvSpPr>
        <p:spPr/>
      </p:sp>
      <p:sp>
        <p:nvSpPr>
          <p:cNvPr id="31" name="Text Placeholder 30">
            <a:extLst>
              <a:ext uri="{FF2B5EF4-FFF2-40B4-BE49-F238E27FC236}">
                <ns2:creationId id="{6EEF3328-3A03-67A0-5101-CFC3AFA3620E}"/>
              </a:ext>
            </a:extLst>
          </p:cNvPr>
          <p:cNvSpPr>
            <a:spLocks noGrp="1"/>
          </p:cNvSpPr>
          <p:nvPr>
            <p:ph type="body" sz="quarter" idx="18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ns2:creationId id="{B4F6D1CB-FA9F-B8DC-0706-B16EB1B02FDA}"/>
              </a:ext>
            </a:extLst>
          </p:cNvPr>
          <p:cNvSpPr>
            <a:spLocks noGrp="1"/>
          </p:cNvSpPr>
          <p:nvPr>
            <p:ph type="body" sz="quarter" idx="1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ns2:creationId id="{C1C95FBA-8037-640A-583A-B37C835469B0}"/>
              </a:ext>
            </a:extLst>
          </p:cNvPr>
          <p:cNvSpPr>
            <a:spLocks noGrp="1"/>
          </p:cNvSpPr>
          <p:nvPr>
            <p:ph type="body" sz="quarter" idx="18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ns2:creationId id="{8465F982-9C22-BAD2-6423-808898FA0567}"/>
              </a:ext>
            </a:extLst>
          </p:cNvPr>
          <p:cNvSpPr>
            <a:spLocks noGrp="1"/>
          </p:cNvSpPr>
          <p:nvPr>
            <p:ph type="body" sz="quarter" idx="18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ns2:creationId id="{A9759463-E278-30FA-8D64-03505D93ADF8}"/>
              </a:ext>
            </a:extLst>
          </p:cNvPr>
          <p:cNvSpPr>
            <a:spLocks noGrp="1"/>
          </p:cNvSpPr>
          <p:nvPr>
            <p:ph type="body" sz="quarter" idx="18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ns2:creationId id="{AB8DADFC-B273-3ADB-D428-BDB647031013}"/>
              </a:ext>
            </a:extLst>
          </p:cNvPr>
          <p:cNvSpPr>
            <a:spLocks noGrp="1"/>
          </p:cNvSpPr>
          <p:nvPr>
            <p:ph type="body" sz="quarter" idx="18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ns2:creationId id="{859B1233-ECB5-77C6-874F-A70180CF7602}"/>
              </a:ext>
            </a:extLst>
          </p:cNvPr>
          <p:cNvSpPr>
            <a:spLocks noGrp="1"/>
          </p:cNvSpPr>
          <p:nvPr>
            <p:ph type="body" sz="quarter" idx="18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ns2:creationId id="{E9AB6312-44E7-6D25-C978-BAEC0914DD35}"/>
              </a:ext>
            </a:extLst>
          </p:cNvPr>
          <p:cNvSpPr>
            <a:spLocks noGrp="1"/>
          </p:cNvSpPr>
          <p:nvPr>
            <p:ph type="body" sz="quarter" idx="18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ns2:creationId id="{91DEF328-6309-AC4C-10DA-4F3F9436C016}"/>
              </a:ext>
            </a:extLst>
          </p:cNvPr>
          <p:cNvSpPr>
            <a:spLocks noGrp="1"/>
          </p:cNvSpPr>
          <p:nvPr>
            <p:ph type="pic" sz="quarter" idx="189"/>
          </p:nvPr>
        </p:nvSpPr>
        <p:spPr/>
      </p:sp>
      <p:sp>
        <p:nvSpPr>
          <p:cNvPr id="40" name="Text Placeholder 39">
            <a:extLst>
              <a:ext uri="{FF2B5EF4-FFF2-40B4-BE49-F238E27FC236}">
                <ns2:creationId id="{DB549C50-2B64-8210-759C-5C93F07A9F03}"/>
              </a:ext>
            </a:extLst>
          </p:cNvPr>
          <p:cNvSpPr>
            <a:spLocks noGrp="1"/>
          </p:cNvSpPr>
          <p:nvPr>
            <p:ph type="body" sz="quarter" idx="19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ns2:creationId id="{9F5DD2A2-03D0-C7E3-6BEF-AB0F8F962EB9}"/>
              </a:ext>
            </a:extLst>
          </p:cNvPr>
          <p:cNvSpPr>
            <a:spLocks noGrp="1"/>
          </p:cNvSpPr>
          <p:nvPr>
            <p:ph type="body" sz="quarter" idx="19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ns2:creationId id="{7F60B1AA-D05E-9FE2-2305-45BDC6E7EF0A}"/>
              </a:ext>
            </a:extLst>
          </p:cNvPr>
          <p:cNvSpPr>
            <a:spLocks noGrp="1"/>
          </p:cNvSpPr>
          <p:nvPr>
            <p:ph type="body" sz="quarter" idx="19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ns2:creationId id="{9403B03B-E6C8-62BB-F133-BBF824B3558B}"/>
              </a:ext>
            </a:extLst>
          </p:cNvPr>
          <p:cNvSpPr>
            <a:spLocks noGrp="1"/>
          </p:cNvSpPr>
          <p:nvPr>
            <p:ph type="body" sz="quarter" idx="19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ns2:creationId id="{85A2E250-B140-A32D-A33F-2D3299D69E28}"/>
              </a:ext>
            </a:extLst>
          </p:cNvPr>
          <p:cNvSpPr>
            <a:spLocks noGrp="1"/>
          </p:cNvSpPr>
          <p:nvPr>
            <p:ph type="body" sz="quarter" idx="19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ns2:creationId id="{405D77B9-C423-AADA-E0DC-B0211F28C4DE}"/>
              </a:ext>
            </a:extLst>
          </p:cNvPr>
          <p:cNvSpPr>
            <a:spLocks noGrp="1"/>
          </p:cNvSpPr>
          <p:nvPr>
            <p:ph type="body" sz="quarter" idx="1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ns2:creationId id="{E96E46A3-98FA-663E-8B41-56FF8C788656}"/>
              </a:ext>
            </a:extLst>
          </p:cNvPr>
          <p:cNvSpPr>
            <a:spLocks noGrp="1"/>
          </p:cNvSpPr>
          <p:nvPr>
            <p:ph type="body" sz="quarter" idx="19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ns2:creationId id="{1FB2B30D-6420-5303-FCD9-F5773391F32D}"/>
              </a:ext>
            </a:extLst>
          </p:cNvPr>
          <p:cNvSpPr>
            <a:spLocks noGrp="1"/>
          </p:cNvSpPr>
          <p:nvPr>
            <p:ph type="body" sz="quarter" idx="19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Picture Placeholder 47">
            <a:extLst>
              <a:ext uri="{FF2B5EF4-FFF2-40B4-BE49-F238E27FC236}">
                <ns2:creationId id="{AEBE9591-621B-49FE-2824-0E6EEBEB3B78}"/>
              </a:ext>
            </a:extLst>
          </p:cNvPr>
          <p:cNvSpPr>
            <a:spLocks noGrp="1"/>
          </p:cNvSpPr>
          <p:nvPr>
            <p:ph type="pic" sz="quarter" idx="198"/>
          </p:nvPr>
        </p:nvSpPr>
        <p:spPr/>
      </p:sp>
      <p:sp>
        <p:nvSpPr>
          <p:cNvPr id="49" name="Text Placeholder 48">
            <a:extLst>
              <a:ext uri="{FF2B5EF4-FFF2-40B4-BE49-F238E27FC236}">
                <ns2:creationId id="{450960B0-E809-1E18-551B-D5863BBF8906}"/>
              </a:ext>
            </a:extLst>
          </p:cNvPr>
          <p:cNvSpPr>
            <a:spLocks noGrp="1"/>
          </p:cNvSpPr>
          <p:nvPr>
            <p:ph type="body" sz="quarter" idx="19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ns2:creationId id="{6B1CA22C-831B-B578-9B4A-86DFB9FC30D2}"/>
              </a:ext>
            </a:extLst>
          </p:cNvPr>
          <p:cNvSpPr>
            <a:spLocks noGrp="1"/>
          </p:cNvSpPr>
          <p:nvPr>
            <p:ph type="body" sz="quarter" idx="20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ns2:creationId id="{DA36B9A6-251D-27D1-AAD6-3F72ACE5B5AF}"/>
              </a:ext>
            </a:extLst>
          </p:cNvPr>
          <p:cNvSpPr>
            <a:spLocks noGrp="1"/>
          </p:cNvSpPr>
          <p:nvPr>
            <p:ph type="body" sz="quarter" idx="20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ns2:creationId id="{712A3C5A-1B04-78A4-3ABD-B6E872877EE2}"/>
              </a:ext>
            </a:extLst>
          </p:cNvPr>
          <p:cNvSpPr>
            <a:spLocks noGrp="1"/>
          </p:cNvSpPr>
          <p:nvPr>
            <p:ph type="body" sz="quarter" idx="20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ns2:creationId id="{837E48E0-BD53-2801-99AF-DC1BBE5AB825}"/>
              </a:ext>
            </a:extLst>
          </p:cNvPr>
          <p:cNvSpPr>
            <a:spLocks noGrp="1"/>
          </p:cNvSpPr>
          <p:nvPr>
            <p:ph type="body" sz="quarter" idx="20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ns2:creationId id="{0D554F89-E187-ED57-C948-0E2BED58809C}"/>
              </a:ext>
            </a:extLst>
          </p:cNvPr>
          <p:cNvSpPr>
            <a:spLocks noGrp="1"/>
          </p:cNvSpPr>
          <p:nvPr>
            <p:ph type="body" sz="quarter" idx="20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ns2:creationId id="{C9E4CC4E-F0BD-D855-060B-D7DD54F2BA74}"/>
              </a:ext>
            </a:extLst>
          </p:cNvPr>
          <p:cNvSpPr>
            <a:spLocks noGrp="1"/>
          </p:cNvSpPr>
          <p:nvPr>
            <p:ph type="body" sz="quarter" idx="20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ns2:creationId id="{7C14E3FD-8DC3-EB67-581D-C200AC661CDE}"/>
              </a:ext>
            </a:extLst>
          </p:cNvPr>
          <p:cNvSpPr>
            <a:spLocks noGrp="1"/>
          </p:cNvSpPr>
          <p:nvPr>
            <p:ph type="body" sz="quarter" idx="20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Picture Placeholder 56">
            <a:extLst>
              <a:ext uri="{FF2B5EF4-FFF2-40B4-BE49-F238E27FC236}">
                <ns2:creationId id="{C7722F93-3E9D-BED9-268B-4DB8E5E2A067}"/>
              </a:ext>
            </a:extLst>
          </p:cNvPr>
          <p:cNvSpPr>
            <a:spLocks noGrp="1"/>
          </p:cNvSpPr>
          <p:nvPr>
            <p:ph type="pic" sz="quarter" idx="207"/>
          </p:nvPr>
        </p:nvSpPr>
        <p:spPr/>
      </p:sp>
    </p:spTree>
    <p:extLst>
      <p:ext uri="{BB962C8B-B14F-4D97-AF65-F5344CB8AC3E}">
        <ns3:creationId val="691951408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873AE3F-C9E2-CA71-64D6-99D2D52A8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42AC3DDD-519E-821C-D5CE-1986BD854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CD186BC1-2C2F-9D42-5FFE-77EF1D8D2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2F7FACAD-0162-7EFE-8739-AB0243489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510424CA-D13F-9063-F1CF-C2C42A3C3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9401FE8B-F072-3C10-54F4-E524238FB0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FFA6D700-7B5F-E13A-9CD2-8989ECE8D7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ns2:creationId id="{E8FE8755-1AAD-520C-CC32-0537AB534A8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0" name="Text Placeholder 9">
            <a:extLst>
              <a:ext uri="{FF2B5EF4-FFF2-40B4-BE49-F238E27FC236}">
                <ns2:creationId id="{C51F3CC8-03AE-0FB3-B672-13A8F863E801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8A63B7BC-4402-7527-BEAB-E303EA0BE309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3B283179-31EB-BA61-95FB-658466A41DE5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B849DF5E-CBBB-95A2-7AF9-6826668DCE46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93E65860-06FB-D891-CA31-35A28D113287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5FF8BF2D-7D74-3728-AC40-C94344375FA2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338B04A7-9BE3-CBBB-2C84-084C83AC7870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84D9320B-160A-A054-D739-C1DFC68E38B0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0D48FAF5-2226-1B15-5A89-D75941CD5871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51C820FA-C2EE-5B62-2658-5E62C3DE9FB4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B133C62D-36E4-A560-696C-FA571F650D79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ns2:creationId id="{92C0038C-122C-A8EA-927E-F3B523F3D14A}"/>
              </a:ext>
            </a:extLst>
          </p:cNvPr>
          <p:cNvSpPr>
            <a:spLocks noGrp="1"/>
          </p:cNvSpPr>
          <p:nvPr>
            <p:ph type="pic" sz="quarter" idx="145"/>
          </p:nvPr>
        </p:nvSpPr>
        <p:spPr/>
      </p:sp>
      <p:sp>
        <p:nvSpPr>
          <p:cNvPr id="22" name="Picture Placeholder 21">
            <a:extLst>
              <a:ext uri="{FF2B5EF4-FFF2-40B4-BE49-F238E27FC236}">
                <ns2:creationId id="{D4508666-5C70-A230-8B5C-67C135511DC5}"/>
              </a:ext>
            </a:extLst>
          </p:cNvPr>
          <p:cNvSpPr>
            <a:spLocks noGrp="1"/>
          </p:cNvSpPr>
          <p:nvPr>
            <p:ph type="pic" sz="quarter" idx="146"/>
          </p:nvPr>
        </p:nvSpPr>
        <p:spPr/>
      </p:sp>
      <p:sp>
        <p:nvSpPr>
          <p:cNvPr id="23" name="Picture Placeholder 22">
            <a:extLst>
              <a:ext uri="{FF2B5EF4-FFF2-40B4-BE49-F238E27FC236}">
                <ns2:creationId id="{4EE83BC2-21E9-CB7E-E4E4-A33467F3C221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/>
      </p:sp>
      <p:sp>
        <p:nvSpPr>
          <p:cNvPr id="24" name="Picture Placeholder 23">
            <a:extLst>
              <a:ext uri="{FF2B5EF4-FFF2-40B4-BE49-F238E27FC236}">
                <ns2:creationId id="{1169DDD3-CBA0-A072-AC63-7C2042D6287B}"/>
              </a:ext>
            </a:extLst>
          </p:cNvPr>
          <p:cNvSpPr>
            <a:spLocks noGrp="1"/>
          </p:cNvSpPr>
          <p:nvPr>
            <p:ph type="pic" sz="quarter" idx="148"/>
          </p:nvPr>
        </p:nvSpPr>
        <p:spPr/>
      </p:sp>
      <p:sp>
        <p:nvSpPr>
          <p:cNvPr id="25" name="Picture Placeholder 24">
            <a:extLst>
              <a:ext uri="{FF2B5EF4-FFF2-40B4-BE49-F238E27FC236}">
                <ns2:creationId id="{58E7B6D9-8A32-B10F-6A8F-E7A21DAC4763}"/>
              </a:ext>
            </a:extLst>
          </p:cNvPr>
          <p:cNvSpPr>
            <a:spLocks noGrp="1"/>
          </p:cNvSpPr>
          <p:nvPr>
            <p:ph type="pic" sz="quarter" idx="149"/>
          </p:nvPr>
        </p:nvSpPr>
        <p:spPr/>
      </p:sp>
      <p:sp>
        <p:nvSpPr>
          <p:cNvPr id="26" name="Picture Placeholder 25">
            <a:extLst>
              <a:ext uri="{FF2B5EF4-FFF2-40B4-BE49-F238E27FC236}">
                <ns2:creationId id="{47BEEDDD-9737-49D5-CA51-D4323CC96C02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/>
      </p:sp>
      <p:sp>
        <p:nvSpPr>
          <p:cNvPr id="27" name="Picture Placeholder 26">
            <a:extLst>
              <a:ext uri="{FF2B5EF4-FFF2-40B4-BE49-F238E27FC236}">
                <ns2:creationId id="{6FDE83C3-DB34-5E26-4487-44F3C1FE9F09}"/>
              </a:ext>
            </a:extLst>
          </p:cNvPr>
          <p:cNvSpPr>
            <a:spLocks noGrp="1"/>
          </p:cNvSpPr>
          <p:nvPr>
            <p:ph type="pic" sz="quarter" idx="151"/>
          </p:nvPr>
        </p:nvSpPr>
        <p:spPr/>
      </p:sp>
      <p:sp>
        <p:nvSpPr>
          <p:cNvPr id="28" name="Picture Placeholder 27">
            <a:extLst>
              <a:ext uri="{FF2B5EF4-FFF2-40B4-BE49-F238E27FC236}">
                <ns2:creationId id="{D1B2E32C-38D2-87BD-9719-BF92D69D577D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/>
      </p:sp>
    </p:spTree>
    <p:extLst>
      <p:ext uri="{BB962C8B-B14F-4D97-AF65-F5344CB8AC3E}">
        <ns3:creationId val="1290634225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C7932D72-67CB-6FFD-3F24-8BF397E8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64BF4469-53E4-31AD-1604-AD80B10D4C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594C641A-B9DD-1B81-A02E-A6EA69F258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8ED7C199-6806-B436-4255-DF92A94462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ADD46A08-3909-B2B5-0A82-D01B50B911E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C792B85C-73E3-E884-B40C-7A930FB7091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C7D552D3-0141-6244-0316-851B170E201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BEEB4829-C3FD-74F7-706C-4C747F1AB7D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85537054-0C01-2741-598D-5E8835C236D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34F6C906-281C-9A5D-B44F-F806799B03EC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07FE94BC-7875-A8E1-7858-3ACCE6B2771E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4605202C-D995-6DFA-B94A-0E2489542BA3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15F8BC62-4B6A-25FC-6407-D19D4AC70BCD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4353D81B-6ED0-7F3B-11BE-446850D1153C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A4CC40C5-EDFF-A2A3-705F-62DB36FAC9E0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55F88DEA-FF8E-20EB-8155-285A829D4FAE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ns2:creationId id="{F3EF7678-78E9-692C-35AF-2628DDAB1444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/>
      </p:sp>
      <p:sp>
        <p:nvSpPr>
          <p:cNvPr id="19" name="Picture Placeholder 18">
            <a:extLst>
              <a:ext uri="{FF2B5EF4-FFF2-40B4-BE49-F238E27FC236}">
                <ns2:creationId id="{10A9C955-BAE2-6746-0223-11CEEB5A275B}"/>
              </a:ext>
            </a:extLst>
          </p:cNvPr>
          <p:cNvSpPr>
            <a:spLocks noGrp="1"/>
          </p:cNvSpPr>
          <p:nvPr>
            <p:ph type="pic" sz="quarter" idx="148"/>
          </p:nvPr>
        </p:nvSpPr>
        <p:spPr/>
      </p:sp>
      <p:sp>
        <p:nvSpPr>
          <p:cNvPr id="20" name="Picture Placeholder 19">
            <a:extLst>
              <a:ext uri="{FF2B5EF4-FFF2-40B4-BE49-F238E27FC236}">
                <ns2:creationId id="{892EE887-E925-3942-93DE-B211E7DBDA55}"/>
              </a:ext>
            </a:extLst>
          </p:cNvPr>
          <p:cNvSpPr>
            <a:spLocks noGrp="1"/>
          </p:cNvSpPr>
          <p:nvPr>
            <p:ph type="pic" sz="quarter" idx="149"/>
          </p:nvPr>
        </p:nvSpPr>
        <p:spPr/>
      </p:sp>
      <p:sp>
        <p:nvSpPr>
          <p:cNvPr id="21" name="Picture Placeholder 20">
            <a:extLst>
              <a:ext uri="{FF2B5EF4-FFF2-40B4-BE49-F238E27FC236}">
                <ns2:creationId id="{F574F349-573B-9ED0-5EB0-EEB0563C465E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/>
      </p:sp>
      <p:sp>
        <p:nvSpPr>
          <p:cNvPr id="22" name="Picture Placeholder 21">
            <a:extLst>
              <a:ext uri="{FF2B5EF4-FFF2-40B4-BE49-F238E27FC236}">
                <ns2:creationId id="{F37E40E4-831E-76C8-B30E-B411C2EB6004}"/>
              </a:ext>
            </a:extLst>
          </p:cNvPr>
          <p:cNvSpPr>
            <a:spLocks noGrp="1"/>
          </p:cNvSpPr>
          <p:nvPr>
            <p:ph type="pic" sz="quarter" idx="151"/>
          </p:nvPr>
        </p:nvSpPr>
        <p:spPr/>
      </p:sp>
      <p:sp>
        <p:nvSpPr>
          <p:cNvPr id="23" name="Text Placeholder 22">
            <a:extLst>
              <a:ext uri="{FF2B5EF4-FFF2-40B4-BE49-F238E27FC236}">
                <ns2:creationId id="{8CC72ACF-E7C5-9B4B-97A6-A189AC0BDBDC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E95A710E-DF82-AEE4-D4C2-900656302FE9}"/>
              </a:ext>
            </a:extLst>
          </p:cNvPr>
          <p:cNvSpPr>
            <a:spLocks noGrp="1"/>
          </p:cNvSpPr>
          <p:nvPr>
            <p:ph type="body" sz="quarter" idx="1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ns2:creationId id="{5F07A0A5-A018-E845-A4D9-0EEA35047AE7}"/>
              </a:ext>
            </a:extLst>
          </p:cNvPr>
          <p:cNvSpPr>
            <a:spLocks noGrp="1"/>
          </p:cNvSpPr>
          <p:nvPr>
            <p:ph type="body" sz="quarter" idx="1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ns2:creationId id="{DC90E230-AA8C-B65B-33DC-CA03AE2639D4}"/>
              </a:ext>
            </a:extLst>
          </p:cNvPr>
          <p:cNvSpPr>
            <a:spLocks noGrp="1"/>
          </p:cNvSpPr>
          <p:nvPr>
            <p:ph type="body" sz="quarter" idx="1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ns2:creationId id="{40B9C619-374F-48FE-9807-B30BD4F1CE47}"/>
              </a:ext>
            </a:extLst>
          </p:cNvPr>
          <p:cNvSpPr>
            <a:spLocks noGrp="1"/>
          </p:cNvSpPr>
          <p:nvPr>
            <p:ph type="body" sz="quarter" idx="1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ns2:creationId id="{36DC4C19-9DFA-432B-5715-DBB626143145}"/>
              </a:ext>
            </a:extLst>
          </p:cNvPr>
          <p:cNvSpPr>
            <a:spLocks noGrp="1"/>
          </p:cNvSpPr>
          <p:nvPr>
            <p:ph type="body" sz="quarter" idx="1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ns2:creationId id="{77A0CF99-06BD-8AE0-2695-AC3400841408}"/>
              </a:ext>
            </a:extLst>
          </p:cNvPr>
          <p:cNvSpPr>
            <a:spLocks noGrp="1"/>
          </p:cNvSpPr>
          <p:nvPr>
            <p:ph type="body" sz="quarter" idx="1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ns2:creationId id="{289EA5F9-E0EB-CA9B-5D7B-FD6A7DFF5239}"/>
              </a:ext>
            </a:extLst>
          </p:cNvPr>
          <p:cNvSpPr>
            <a:spLocks noGrp="1"/>
          </p:cNvSpPr>
          <p:nvPr>
            <p:ph type="body" sz="quarter" idx="1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ns2:creationId id="{F3CDEAB5-0AB6-8FB5-5696-5DF155BC24B6}"/>
              </a:ext>
            </a:extLst>
          </p:cNvPr>
          <p:cNvSpPr>
            <a:spLocks noGrp="1"/>
          </p:cNvSpPr>
          <p:nvPr>
            <p:ph type="body" sz="quarter" idx="1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ns2:creationId id="{E829DC61-9C0B-6A86-4AA3-6C9EA39D451C}"/>
              </a:ext>
            </a:extLst>
          </p:cNvPr>
          <p:cNvSpPr>
            <a:spLocks noGrp="1"/>
          </p:cNvSpPr>
          <p:nvPr>
            <p:ph type="body" sz="quarter" idx="1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ns2:creationId id="{0D741F6C-0F58-5B57-4B41-A59FC68A45AC}"/>
              </a:ext>
            </a:extLst>
          </p:cNvPr>
          <p:cNvSpPr>
            <a:spLocks noGrp="1"/>
          </p:cNvSpPr>
          <p:nvPr>
            <p:ph type="body" sz="quarter" idx="1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ns2:creationId id="{058068B1-FEB6-FB1A-A083-A078AD740D0C}"/>
              </a:ext>
            </a:extLst>
          </p:cNvPr>
          <p:cNvSpPr>
            <a:spLocks noGrp="1"/>
          </p:cNvSpPr>
          <p:nvPr>
            <p:ph type="pic" sz="quarter" idx="162"/>
          </p:nvPr>
        </p:nvSpPr>
        <p:spPr/>
      </p:sp>
      <p:sp>
        <p:nvSpPr>
          <p:cNvPr id="35" name="Picture Placeholder 34">
            <a:extLst>
              <a:ext uri="{FF2B5EF4-FFF2-40B4-BE49-F238E27FC236}">
                <ns2:creationId id="{82A7DD90-7A70-485C-2820-EA602E581D78}"/>
              </a:ext>
            </a:extLst>
          </p:cNvPr>
          <p:cNvSpPr>
            <a:spLocks noGrp="1"/>
          </p:cNvSpPr>
          <p:nvPr>
            <p:ph type="pic" sz="quarter" idx="163"/>
          </p:nvPr>
        </p:nvSpPr>
        <p:spPr/>
      </p:sp>
      <p:sp>
        <p:nvSpPr>
          <p:cNvPr id="36" name="Picture Placeholder 35">
            <a:extLst>
              <a:ext uri="{FF2B5EF4-FFF2-40B4-BE49-F238E27FC236}">
                <ns2:creationId id="{40BBBFAA-F8A1-3E9E-CFF7-88D6C57D0B2B}"/>
              </a:ext>
            </a:extLst>
          </p:cNvPr>
          <p:cNvSpPr>
            <a:spLocks noGrp="1"/>
          </p:cNvSpPr>
          <p:nvPr>
            <p:ph type="pic" sz="quarter" idx="164"/>
          </p:nvPr>
        </p:nvSpPr>
        <p:spPr/>
      </p:sp>
      <p:sp>
        <p:nvSpPr>
          <p:cNvPr id="37" name="Picture Placeholder 36">
            <a:extLst>
              <a:ext uri="{FF2B5EF4-FFF2-40B4-BE49-F238E27FC236}">
                <ns2:creationId id="{5BFBA653-B9B9-0007-E4A2-5BB3F606B6AF}"/>
              </a:ext>
            </a:extLst>
          </p:cNvPr>
          <p:cNvSpPr>
            <a:spLocks noGrp="1"/>
          </p:cNvSpPr>
          <p:nvPr>
            <p:ph type="pic" sz="quarter" idx="165"/>
          </p:nvPr>
        </p:nvSpPr>
        <p:spPr/>
      </p:sp>
      <p:sp>
        <p:nvSpPr>
          <p:cNvPr id="38" name="Picture Placeholder 37">
            <a:extLst>
              <a:ext uri="{FF2B5EF4-FFF2-40B4-BE49-F238E27FC236}">
                <ns2:creationId id="{2DCC23CE-7A51-0BAA-338C-125D9F9C521C}"/>
              </a:ext>
            </a:extLst>
          </p:cNvPr>
          <p:cNvSpPr>
            <a:spLocks noGrp="1"/>
          </p:cNvSpPr>
          <p:nvPr>
            <p:ph type="pic" sz="quarter" idx="166"/>
          </p:nvPr>
        </p:nvSpPr>
        <p:spPr/>
      </p:sp>
      <p:sp>
        <p:nvSpPr>
          <p:cNvPr id="39" name="Text Placeholder 38">
            <a:extLst>
              <a:ext uri="{FF2B5EF4-FFF2-40B4-BE49-F238E27FC236}">
                <ns2:creationId id="{A1ACB538-FD32-766E-512A-97B873AA81D1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ns2:creationId id="{3F21A63E-3BE9-9972-984C-AD7B825AD360}"/>
              </a:ext>
            </a:extLst>
          </p:cNvPr>
          <p:cNvSpPr>
            <a:spLocks noGrp="1"/>
          </p:cNvSpPr>
          <p:nvPr>
            <p:ph type="body" sz="quarter" idx="1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ns2:creationId id="{DEE016FC-7960-DF74-CAB8-47D7910BDD2F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ns2:creationId id="{61665FBF-30BB-7187-33FB-D8D3D4ADC65D}"/>
              </a:ext>
            </a:extLst>
          </p:cNvPr>
          <p:cNvSpPr>
            <a:spLocks noGrp="1"/>
          </p:cNvSpPr>
          <p:nvPr>
            <p:ph type="body" sz="quarter" idx="1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ns2:creationId id="{8F3F2C32-ECBE-B4CC-6FE0-784D3FD0EC39}"/>
              </a:ext>
            </a:extLst>
          </p:cNvPr>
          <p:cNvSpPr>
            <a:spLocks noGrp="1"/>
          </p:cNvSpPr>
          <p:nvPr>
            <p:ph type="body" sz="quarter" idx="1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ns2:creationId id="{E7934AE8-FED8-C43F-0328-189BA348862D}"/>
              </a:ext>
            </a:extLst>
          </p:cNvPr>
          <p:cNvSpPr>
            <a:spLocks noGrp="1"/>
          </p:cNvSpPr>
          <p:nvPr>
            <p:ph type="body" sz="quarter" idx="1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ns2:creationId id="{DC00353D-BFE5-26D3-37E0-A9505A2F9BF4}"/>
              </a:ext>
            </a:extLst>
          </p:cNvPr>
          <p:cNvSpPr>
            <a:spLocks noGrp="1"/>
          </p:cNvSpPr>
          <p:nvPr>
            <p:ph type="pic" sz="quarter" idx="173"/>
          </p:nvPr>
        </p:nvSpPr>
        <p:spPr/>
      </p:sp>
      <p:sp>
        <p:nvSpPr>
          <p:cNvPr id="46" name="Picture Placeholder 45">
            <a:extLst>
              <a:ext uri="{FF2B5EF4-FFF2-40B4-BE49-F238E27FC236}">
                <ns2:creationId id="{49C59C2D-8E50-8760-1340-17D2311DB291}"/>
              </a:ext>
            </a:extLst>
          </p:cNvPr>
          <p:cNvSpPr>
            <a:spLocks noGrp="1"/>
          </p:cNvSpPr>
          <p:nvPr>
            <p:ph type="pic" sz="quarter" idx="174"/>
          </p:nvPr>
        </p:nvSpPr>
        <p:spPr/>
      </p:sp>
      <p:sp>
        <p:nvSpPr>
          <p:cNvPr id="47" name="Picture Placeholder 46">
            <a:extLst>
              <a:ext uri="{FF2B5EF4-FFF2-40B4-BE49-F238E27FC236}">
                <ns2:creationId id="{509909D4-E5E9-F550-5F6D-8F15A3AFC7FC}"/>
              </a:ext>
            </a:extLst>
          </p:cNvPr>
          <p:cNvSpPr>
            <a:spLocks noGrp="1"/>
          </p:cNvSpPr>
          <p:nvPr>
            <p:ph type="pic" sz="quarter" idx="175"/>
          </p:nvPr>
        </p:nvSpPr>
        <p:spPr/>
      </p:sp>
      <p:sp>
        <p:nvSpPr>
          <p:cNvPr id="48" name="Picture Placeholder 47">
            <a:extLst>
              <a:ext uri="{FF2B5EF4-FFF2-40B4-BE49-F238E27FC236}">
                <ns2:creationId id="{3FD6D505-E2DB-8468-F103-464CD8F5E1F7}"/>
              </a:ext>
            </a:extLst>
          </p:cNvPr>
          <p:cNvSpPr>
            <a:spLocks noGrp="1"/>
          </p:cNvSpPr>
          <p:nvPr>
            <p:ph type="pic" sz="quarter" idx="176"/>
          </p:nvPr>
        </p:nvSpPr>
        <p:spPr/>
      </p:sp>
      <p:sp>
        <p:nvSpPr>
          <p:cNvPr id="49" name="Picture Placeholder 48">
            <a:extLst>
              <a:ext uri="{FF2B5EF4-FFF2-40B4-BE49-F238E27FC236}">
                <ns2:creationId id="{8163007E-1DFF-3C04-23F1-2553947F9D28}"/>
              </a:ext>
            </a:extLst>
          </p:cNvPr>
          <p:cNvSpPr>
            <a:spLocks noGrp="1"/>
          </p:cNvSpPr>
          <p:nvPr>
            <p:ph type="pic" sz="quarter" idx="177"/>
          </p:nvPr>
        </p:nvSpPr>
        <p:spPr/>
      </p:sp>
      <p:sp>
        <p:nvSpPr>
          <p:cNvPr id="50" name="Text Placeholder 49">
            <a:extLst>
              <a:ext uri="{FF2B5EF4-FFF2-40B4-BE49-F238E27FC236}">
                <ns2:creationId id="{62F0B567-3D6F-0772-D203-170958DF4D45}"/>
              </a:ext>
            </a:extLst>
          </p:cNvPr>
          <p:cNvSpPr>
            <a:spLocks noGrp="1"/>
          </p:cNvSpPr>
          <p:nvPr>
            <p:ph type="body" sz="quarter" idx="17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ns2:creationId id="{C3CC2BEB-72BE-B207-46A3-C597CDB9AAF5}"/>
              </a:ext>
            </a:extLst>
          </p:cNvPr>
          <p:cNvSpPr>
            <a:spLocks noGrp="1"/>
          </p:cNvSpPr>
          <p:nvPr>
            <p:ph type="body" sz="quarter" idx="17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ns2:creationId id="{3351126C-9194-F4AF-6966-224436CA5143}"/>
              </a:ext>
            </a:extLst>
          </p:cNvPr>
          <p:cNvSpPr>
            <a:spLocks noGrp="1"/>
          </p:cNvSpPr>
          <p:nvPr>
            <p:ph type="body" sz="quarter" idx="18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ns2:creationId id="{0AE7AE84-BEA6-41A4-3CA8-85AB4F8747A3}"/>
              </a:ext>
            </a:extLst>
          </p:cNvPr>
          <p:cNvSpPr>
            <a:spLocks noGrp="1"/>
          </p:cNvSpPr>
          <p:nvPr>
            <p:ph type="body" sz="quarter" idx="18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ns2:creationId id="{42FEE3C6-1D57-916B-1A10-F50B390E337C}"/>
              </a:ext>
            </a:extLst>
          </p:cNvPr>
          <p:cNvSpPr>
            <a:spLocks noGrp="1"/>
          </p:cNvSpPr>
          <p:nvPr>
            <p:ph type="body" sz="quarter" idx="1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ns2:creationId id="{E600FA68-418E-7A48-7C72-50EE88E209B2}"/>
              </a:ext>
            </a:extLst>
          </p:cNvPr>
          <p:cNvSpPr>
            <a:spLocks noGrp="1"/>
          </p:cNvSpPr>
          <p:nvPr>
            <p:ph type="body" sz="quarter" idx="18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Picture Placeholder 55">
            <a:extLst>
              <a:ext uri="{FF2B5EF4-FFF2-40B4-BE49-F238E27FC236}">
                <ns2:creationId id="{AF244444-5853-4B2D-7330-7C7073B204B8}"/>
              </a:ext>
            </a:extLst>
          </p:cNvPr>
          <p:cNvSpPr>
            <a:spLocks noGrp="1"/>
          </p:cNvSpPr>
          <p:nvPr>
            <p:ph type="pic" sz="quarter" idx="184"/>
          </p:nvPr>
        </p:nvSpPr>
        <p:spPr/>
      </p:sp>
      <p:sp>
        <p:nvSpPr>
          <p:cNvPr id="57" name="Picture Placeholder 56">
            <a:extLst>
              <a:ext uri="{FF2B5EF4-FFF2-40B4-BE49-F238E27FC236}">
                <ns2:creationId id="{3206CAD6-5B37-A808-FE5D-8056CD2C13BE}"/>
              </a:ext>
            </a:extLst>
          </p:cNvPr>
          <p:cNvSpPr>
            <a:spLocks noGrp="1"/>
          </p:cNvSpPr>
          <p:nvPr>
            <p:ph type="pic" sz="quarter" idx="185"/>
          </p:nvPr>
        </p:nvSpPr>
        <p:spPr/>
      </p:sp>
      <p:sp>
        <p:nvSpPr>
          <p:cNvPr id="58" name="Picture Placeholder 57">
            <a:extLst>
              <a:ext uri="{FF2B5EF4-FFF2-40B4-BE49-F238E27FC236}">
                <ns2:creationId id="{E8696305-F107-2B03-C09A-BB3C005427C8}"/>
              </a:ext>
            </a:extLst>
          </p:cNvPr>
          <p:cNvSpPr>
            <a:spLocks noGrp="1"/>
          </p:cNvSpPr>
          <p:nvPr>
            <p:ph type="pic" sz="quarter" idx="186"/>
          </p:nvPr>
        </p:nvSpPr>
        <p:spPr/>
      </p:sp>
      <p:sp>
        <p:nvSpPr>
          <p:cNvPr id="59" name="Picture Placeholder 58">
            <a:extLst>
              <a:ext uri="{FF2B5EF4-FFF2-40B4-BE49-F238E27FC236}">
                <ns2:creationId id="{A3962021-96C4-F60B-8484-8E74EF441D86}"/>
              </a:ext>
            </a:extLst>
          </p:cNvPr>
          <p:cNvSpPr>
            <a:spLocks noGrp="1"/>
          </p:cNvSpPr>
          <p:nvPr>
            <p:ph type="pic" sz="quarter" idx="187"/>
          </p:nvPr>
        </p:nvSpPr>
        <p:spPr/>
      </p:sp>
      <p:sp>
        <p:nvSpPr>
          <p:cNvPr id="60" name="Picture Placeholder 59">
            <a:extLst>
              <a:ext uri="{FF2B5EF4-FFF2-40B4-BE49-F238E27FC236}">
                <ns2:creationId id="{DC577689-D3DB-5769-EF02-A809B8979813}"/>
              </a:ext>
            </a:extLst>
          </p:cNvPr>
          <p:cNvSpPr>
            <a:spLocks noGrp="1"/>
          </p:cNvSpPr>
          <p:nvPr>
            <p:ph type="pic" sz="quarter" idx="188"/>
          </p:nvPr>
        </p:nvSpPr>
        <p:spPr/>
      </p:sp>
    </p:spTree>
    <p:extLst>
      <p:ext uri="{BB962C8B-B14F-4D97-AF65-F5344CB8AC3E}">
        <ns3:creationId val="1880760623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1B5120F6-8D0A-9007-64A9-5229C29E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B3ACC8A8-E981-3667-953F-2E98A218FC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68BB6F49-F80B-0D55-E31A-E61C3DCA335B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84399E20-4F93-14B7-6491-17CB65CF1010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0AE7314A-6A8F-DBB4-670E-C477E484A71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ns2:creationId id="{DAB30953-6236-07A2-FAF8-4428151990A2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/>
      </p:sp>
      <p:sp>
        <p:nvSpPr>
          <p:cNvPr id="8" name="Picture Placeholder 7">
            <a:extLst>
              <a:ext uri="{FF2B5EF4-FFF2-40B4-BE49-F238E27FC236}">
                <ns2:creationId id="{B9EBF11F-0E63-BF33-4FBE-1E36D0582B3C}"/>
              </a:ext>
            </a:extLst>
          </p:cNvPr>
          <p:cNvSpPr>
            <a:spLocks noGrp="1"/>
          </p:cNvSpPr>
          <p:nvPr>
            <p:ph type="pic" sz="quarter" idx="148"/>
          </p:nvPr>
        </p:nvSpPr>
        <p:spPr/>
      </p:sp>
      <p:sp>
        <p:nvSpPr>
          <p:cNvPr id="9" name="Text Placeholder 8">
            <a:extLst>
              <a:ext uri="{FF2B5EF4-FFF2-40B4-BE49-F238E27FC236}">
                <ns2:creationId id="{D72A4786-6A0F-2796-3C22-F011AF6D8629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ns2:creationId id="{639A814A-9E6D-D68C-5B60-8965BFA1F4A5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/>
      </p:sp>
      <p:sp>
        <p:nvSpPr>
          <p:cNvPr id="11" name="Text Placeholder 10">
            <a:extLst>
              <a:ext uri="{FF2B5EF4-FFF2-40B4-BE49-F238E27FC236}">
                <ns2:creationId id="{2C9479B6-A60E-DD9E-55B0-D5D8636AFFC9}"/>
              </a:ext>
            </a:extLst>
          </p:cNvPr>
          <p:cNvSpPr>
            <a:spLocks noGrp="1"/>
          </p:cNvSpPr>
          <p:nvPr>
            <p:ph type="body" sz="quarter" idx="1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ns2:creationId id="{399B1D9F-4087-20C1-8EFE-C8399FCE0E0D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/>
      </p:sp>
      <p:sp>
        <p:nvSpPr>
          <p:cNvPr id="13" name="Text Placeholder 12">
            <a:extLst>
              <a:ext uri="{FF2B5EF4-FFF2-40B4-BE49-F238E27FC236}">
                <ns2:creationId id="{B0AF2EC0-D96E-9F22-0482-B4664A8CAE81}"/>
              </a:ext>
            </a:extLst>
          </p:cNvPr>
          <p:cNvSpPr>
            <a:spLocks noGrp="1"/>
          </p:cNvSpPr>
          <p:nvPr>
            <p:ph type="body" sz="quarter" idx="1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ns2:creationId id="{68D05E7B-A816-42B1-42D0-4B29753AAE7C}"/>
              </a:ext>
            </a:extLst>
          </p:cNvPr>
          <p:cNvSpPr>
            <a:spLocks noGrp="1"/>
          </p:cNvSpPr>
          <p:nvPr>
            <p:ph type="pic" sz="quarter" idx="158"/>
          </p:nvPr>
        </p:nvSpPr>
        <p:spPr/>
      </p:sp>
      <p:sp>
        <p:nvSpPr>
          <p:cNvPr id="15" name="Text Placeholder 14">
            <a:extLst>
              <a:ext uri="{FF2B5EF4-FFF2-40B4-BE49-F238E27FC236}">
                <ns2:creationId id="{2C147890-3327-1A62-9A35-0EC143020015}"/>
              </a:ext>
            </a:extLst>
          </p:cNvPr>
          <p:cNvSpPr>
            <a:spLocks noGrp="1"/>
          </p:cNvSpPr>
          <p:nvPr>
            <p:ph type="body" sz="quarter" idx="1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ns2:creationId id="{87FFC211-31E2-1987-480A-EE96B0FA675A}"/>
              </a:ext>
            </a:extLst>
          </p:cNvPr>
          <p:cNvSpPr>
            <a:spLocks noGrp="1"/>
          </p:cNvSpPr>
          <p:nvPr>
            <p:ph type="pic" sz="quarter" idx="160"/>
          </p:nvPr>
        </p:nvSpPr>
        <p:spPr/>
      </p:sp>
      <p:sp>
        <p:nvSpPr>
          <p:cNvPr id="17" name="Text Placeholder 16">
            <a:extLst>
              <a:ext uri="{FF2B5EF4-FFF2-40B4-BE49-F238E27FC236}">
                <ns2:creationId id="{6D922797-3AA2-9C15-509C-34640682F68A}"/>
              </a:ext>
            </a:extLst>
          </p:cNvPr>
          <p:cNvSpPr>
            <a:spLocks noGrp="1"/>
          </p:cNvSpPr>
          <p:nvPr>
            <p:ph type="body" sz="quarter" idx="1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ns2:creationId id="{F5C650A2-740F-589B-6419-5D319F71E5FF}"/>
              </a:ext>
            </a:extLst>
          </p:cNvPr>
          <p:cNvSpPr>
            <a:spLocks noGrp="1"/>
          </p:cNvSpPr>
          <p:nvPr>
            <p:ph type="pic" sz="quarter" idx="162"/>
          </p:nvPr>
        </p:nvSpPr>
        <p:spPr/>
      </p:sp>
      <p:sp>
        <p:nvSpPr>
          <p:cNvPr id="19" name="Text Placeholder 18">
            <a:extLst>
              <a:ext uri="{FF2B5EF4-FFF2-40B4-BE49-F238E27FC236}">
                <ns2:creationId id="{72A3A2E3-7601-5B41-CA36-5395B1B61135}"/>
              </a:ext>
            </a:extLst>
          </p:cNvPr>
          <p:cNvSpPr>
            <a:spLocks noGrp="1"/>
          </p:cNvSpPr>
          <p:nvPr>
            <p:ph type="body" sz="quarter" idx="1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76967457-1ED6-5238-1D75-F528982389A1}"/>
              </a:ext>
            </a:extLst>
          </p:cNvPr>
          <p:cNvSpPr>
            <a:spLocks noGrp="1"/>
          </p:cNvSpPr>
          <p:nvPr>
            <p:ph type="body" sz="quarter" idx="1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ns2:creationId id="{F608AE3B-23C7-E4DC-1F34-A89746B0550D}"/>
              </a:ext>
            </a:extLst>
          </p:cNvPr>
          <p:cNvSpPr>
            <a:spLocks noGrp="1"/>
          </p:cNvSpPr>
          <p:nvPr>
            <p:ph type="body" sz="quarter" idx="1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5F45055B-91C8-44F4-E685-BA3B2D63080F}"/>
              </a:ext>
            </a:extLst>
          </p:cNvPr>
          <p:cNvSpPr>
            <a:spLocks noGrp="1"/>
          </p:cNvSpPr>
          <p:nvPr>
            <p:ph type="body" sz="quarter" idx="1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D23D044C-4408-D70D-91B7-2B61E88E7F18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675704634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3BEE2309-7F71-1E4F-13A1-41750C95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C896A0CD-2F7A-64B1-FAA8-D8AA6E4D2892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8C46CB3B-6808-8583-978F-7E12ECD7843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ns2:creationId id="{EF064CCF-4424-524E-76A1-BFF3C9BB01AC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/>
      </p:sp>
      <p:sp>
        <p:nvSpPr>
          <p:cNvPr id="6" name="Text Placeholder 5">
            <a:extLst>
              <a:ext uri="{FF2B5EF4-FFF2-40B4-BE49-F238E27FC236}">
                <ns2:creationId id="{EB80C3E1-A656-EE74-65C8-836243B026E1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212C6DAD-6BBB-BCE5-E3F9-7639A81EDDF4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ns2:creationId id="{F3994585-ACD7-D0CA-BDC3-25DF664AE31A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/>
      </p:sp>
      <p:sp>
        <p:nvSpPr>
          <p:cNvPr id="9" name="Text Placeholder 8">
            <a:extLst>
              <a:ext uri="{FF2B5EF4-FFF2-40B4-BE49-F238E27FC236}">
                <ns2:creationId id="{09B17A03-E5D3-AA7C-0D3A-8E6310BC9D5F}"/>
              </a:ext>
            </a:extLst>
          </p:cNvPr>
          <p:cNvSpPr>
            <a:spLocks noGrp="1"/>
          </p:cNvSpPr>
          <p:nvPr>
            <p:ph type="body" sz="quarter" idx="1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A225E147-E91B-03B8-5D08-D6BCD5D84255}"/>
              </a:ext>
            </a:extLst>
          </p:cNvPr>
          <p:cNvSpPr>
            <a:spLocks noGrp="1"/>
          </p:cNvSpPr>
          <p:nvPr>
            <p:ph type="body" sz="quarter" idx="1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030A2D93-C159-1FEC-EA5E-5FDF9A03E062}"/>
              </a:ext>
            </a:extLst>
          </p:cNvPr>
          <p:cNvSpPr>
            <a:spLocks noGrp="1"/>
          </p:cNvSpPr>
          <p:nvPr>
            <p:ph type="body" sz="quarter" idx="1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84555712-4AFD-E710-AF28-6399D9832729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56D30B20-6C9D-EA65-EEDE-6C9B1EE6862A}"/>
              </a:ext>
            </a:extLst>
          </p:cNvPr>
          <p:cNvSpPr>
            <a:spLocks noGrp="1"/>
          </p:cNvSpPr>
          <p:nvPr>
            <p:ph type="body" sz="quarter" idx="1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6DDB5B87-FD59-3F41-AEBD-6A1428496709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363CE53E-6797-D09A-EDAC-879FF926BEE2}"/>
              </a:ext>
            </a:extLst>
          </p:cNvPr>
          <p:cNvSpPr>
            <a:spLocks noGrp="1"/>
          </p:cNvSpPr>
          <p:nvPr>
            <p:ph type="body" sz="quarter" idx="1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5333A4AD-2865-AA6B-C118-916C09961ACA}"/>
              </a:ext>
            </a:extLst>
          </p:cNvPr>
          <p:cNvSpPr>
            <a:spLocks noGrp="1"/>
          </p:cNvSpPr>
          <p:nvPr>
            <p:ph type="body" sz="quarter" idx="17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4007935312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04FCD988-63A8-9764-2B0A-FCA097E1B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8679EBA0-90F7-F479-9AFE-7A103CD2F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6DB02C4B-2F6F-8937-4EB9-7AF6B741A68C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5CE2D6E7-31F2-A8B2-757E-8B19A5983EAC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158429DC-C0EC-1AE8-0338-340BF5BF45C6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1CCB8D44-BAFC-9100-6D5B-D4C9D42A8E51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740A5149-8624-2C9E-2C3E-EE108ECF675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BEF90FEF-7EA9-D553-44F9-985463A73813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4DBF3D62-5FDD-50D5-A4ED-C73064B195C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04B54172-D5EF-175A-0870-FFF0DC7744A2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A4FA4455-7688-A908-9F0C-AEB433486CEC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5604DE7D-A3FD-048C-9B29-4AAC5EB08C62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D290FAF3-EB0A-E5E3-B966-A5C264FAE356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1D55FC1B-7137-B549-3A6E-A50650BBDECB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942E7551-5508-AA3D-6CDD-F3775845A85F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633ECDEF-A07F-1F3E-38D0-37C69840F274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EBA24FA0-F77E-3B28-3FAB-BBB0A4B2E19B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7072B179-FE76-7738-3594-D7F78E444A1C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FBC994EE-27CA-21F3-C627-C74A377969E8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ns2:creationId id="{D3D9B5F2-F58E-D8CE-6086-B830D2575794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383CCB6A-9988-3A75-993F-3669E15A8ECA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7E968A86-F500-B981-E117-6282A4CC7AA9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2B935A1D-E20E-6BB2-3AA1-FC3C9FBF18E8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ns2:creationId id="{F04BCE58-2509-8C8E-1662-1EFB738D653F}"/>
              </a:ext>
            </a:extLst>
          </p:cNvPr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ns2:creationId id="{E1D26082-3F5A-3AFD-DF79-169B2EEF3A40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ns2:creationId id="{F6ACA334-1832-1FD9-2A61-AA889D734307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ns2:creationId id="{8B92E717-450A-C896-A7D9-A6A0AE7EB24B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ns2:creationId id="{84C61373-0EE3-8488-A07C-1971A030769D}"/>
              </a:ext>
            </a:extLst>
          </p:cNvPr>
          <p:cNvSpPr>
            <a:spLocks noGrp="1"/>
          </p:cNvSpPr>
          <p:nvPr>
            <p:ph type="body" sz="quarter" idx="1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ns2:creationId id="{93C57F2E-EE72-A349-8AE5-5CE85996DF55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ns2:creationId id="{F7737771-6676-421F-7C0C-24339E9576FC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</p:sp>
      <p:sp>
        <p:nvSpPr>
          <p:cNvPr id="32" name="Picture Placeholder 31">
            <a:extLst>
              <a:ext uri="{FF2B5EF4-FFF2-40B4-BE49-F238E27FC236}">
                <ns2:creationId id="{9534DF26-CA09-D725-2344-5ECABF4F16CA}"/>
              </a:ext>
            </a:extLst>
          </p:cNvPr>
          <p:cNvSpPr>
            <a:spLocks noGrp="1"/>
          </p:cNvSpPr>
          <p:nvPr>
            <p:ph type="pic" sz="quarter" idx="149"/>
          </p:nvPr>
        </p:nvSpPr>
        <p:spPr/>
      </p:sp>
      <p:sp>
        <p:nvSpPr>
          <p:cNvPr id="33" name="Picture Placeholder 32">
            <a:extLst>
              <a:ext uri="{FF2B5EF4-FFF2-40B4-BE49-F238E27FC236}">
                <ns2:creationId id="{88AFA6DC-421E-43A7-97D2-3440F4CCD3DC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/>
      </p:sp>
      <p:sp>
        <p:nvSpPr>
          <p:cNvPr id="34" name="Picture Placeholder 33">
            <a:extLst>
              <a:ext uri="{FF2B5EF4-FFF2-40B4-BE49-F238E27FC236}">
                <ns2:creationId id="{9C5429F6-3B5B-D737-B265-E0B9FA1F73FE}"/>
              </a:ext>
            </a:extLst>
          </p:cNvPr>
          <p:cNvSpPr>
            <a:spLocks noGrp="1"/>
          </p:cNvSpPr>
          <p:nvPr>
            <p:ph type="pic" sz="quarter" idx="151"/>
          </p:nvPr>
        </p:nvSpPr>
        <p:spPr/>
      </p:sp>
      <p:sp>
        <p:nvSpPr>
          <p:cNvPr id="35" name="Picture Placeholder 34">
            <a:extLst>
              <a:ext uri="{FF2B5EF4-FFF2-40B4-BE49-F238E27FC236}">
                <ns2:creationId id="{F1D0C3FE-5BEA-05CA-BCBF-8C46A631D2BE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/>
      </p:sp>
      <p:sp>
        <p:nvSpPr>
          <p:cNvPr id="36" name="Picture Placeholder 35">
            <a:extLst>
              <a:ext uri="{FF2B5EF4-FFF2-40B4-BE49-F238E27FC236}">
                <ns2:creationId id="{5687346D-FCFD-65EA-C112-A1600D1C60E1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/>
      </p:sp>
    </p:spTree>
    <p:extLst>
      <p:ext uri="{BB962C8B-B14F-4D97-AF65-F5344CB8AC3E}">
        <ns3:creationId val="1771076670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86A64C9-2F4E-08FC-3030-2A164210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FBCE92CE-9EA3-36A7-4042-ABD414B5A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ns2:creationId id="{2207EDBF-6F1E-63F1-B489-9607431A59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Text Placeholder 4">
            <a:extLst>
              <a:ext uri="{FF2B5EF4-FFF2-40B4-BE49-F238E27FC236}">
                <ns2:creationId id="{B571920A-D52C-4D5B-A44B-B43335C16A1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9D2D5F41-B276-A162-42BD-7DCAF6BC4E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05F0A40B-E975-F05E-D0E7-EADC2748D1D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ns2:creationId id="{D27A512F-E4E4-777A-93B3-4F1B47C258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9" name="Picture Placeholder 8">
            <a:extLst>
              <a:ext uri="{FF2B5EF4-FFF2-40B4-BE49-F238E27FC236}">
                <ns2:creationId id="{AFB85636-85FF-B280-1FEB-1501DBA815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0" name="Picture Placeholder 9">
            <a:extLst>
              <a:ext uri="{FF2B5EF4-FFF2-40B4-BE49-F238E27FC236}">
                <ns2:creationId id="{091A9D9D-AF94-1C11-E13F-22F1311D6ED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1" name="Picture Placeholder 10">
            <a:extLst>
              <a:ext uri="{FF2B5EF4-FFF2-40B4-BE49-F238E27FC236}">
                <ns2:creationId id="{F206279B-337C-65A2-7F64-18801B0766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ns3:creationId val="3919168134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2EF240E-C199-70AB-35F7-B4FA29AF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B63F0742-56BD-A820-2491-97EC8D6EE8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46E22EC7-85A0-0F8A-39B4-E32F68607689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76FF6EA1-F749-9AFC-367A-F4825A93F9E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24D864B8-CA1A-9076-7537-D6D38512FBF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FBB8C99A-4F77-AC93-A441-7F01636F428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381E291F-599A-AC53-F114-7BCDE32E36F1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171B744F-2B54-A1FF-C78A-52ED328D0F63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BE80A8AD-3304-1DE9-63B7-AC8822EE7034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E3227D22-1099-6C33-FE64-383D5869102F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D4DD9936-9659-006D-FAC5-FD551B0E3628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51062007-CCFB-7C69-30D0-A13A6AA0523E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4821C906-B06B-7E22-875A-094804C4BE7F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52440654-C935-899C-77BC-FE66E8A05896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19500301-EEE9-DF15-1D10-F4D4D4FFB930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3EEF500D-F47F-37E2-52E2-BA32ADAB3DA5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12A72AE4-6BF7-FF25-3F72-3B35372AECBB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85C1DBA4-B8F7-B1D2-717B-931B0B71F267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F8EF58ED-4779-EDB5-282B-55F0C4485D90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ns2:creationId id="{E03C6E77-6934-9F58-9A09-610A99F1A33D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257E35BC-48B2-28C4-B7FA-0AA212C60C01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F2CD5F92-5E85-2C5E-3926-2232667004D9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ns2:creationId id="{52BFD326-745A-AED0-9B14-FF828002E051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ns2:creationId id="{84E6E9D5-010D-C96D-9FA5-4C150A4E747D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ns2:creationId id="{C30DEB76-A980-3E32-57C8-F76B97622C25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ns2:creationId id="{563472BE-F034-32FC-74C7-9BF08AA697A2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ns2:creationId id="{1AB9B6F8-94C8-24B6-6EFD-56416EC111FC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ns2:creationId id="{4CF1A611-B25D-A31A-3D31-05CFA7DC378D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ns2:creationId id="{92EA3C1E-B32E-C984-C5C4-38B2CA44E2AA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ns2:creationId id="{2F4E9C8F-C6FA-D710-8EB7-B2EA77A01490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ns2:creationId id="{247F70A5-E3BB-9E8A-25F1-33289312C78E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ns2:creationId id="{7B379313-F80B-C45E-C2D4-22175FD8C87B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ns2:creationId id="{6E0922F5-ED0F-8EE4-4A24-66052DA4EAA4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ns2:creationId id="{52645D08-C6C0-199D-7247-1486A8F3484B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ns2:creationId id="{73712058-A251-D6BF-6F9B-6093A924B6E9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ns2:creationId id="{45BC7D9F-CD15-D102-4363-04C941DE8126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ns2:creationId id="{5FA7D018-4ABF-CEF4-3829-729DAB48477A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ns2:creationId id="{D4543FEC-707B-1443-8097-2FBE6513263B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ns2:creationId id="{BAC7B28B-42BA-20AC-7662-0F984249CBA3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ns2:creationId id="{8D1FA9D7-DBA3-D64B-456E-C19A44EC1F0E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ns2:creationId id="{6D70A10B-202B-7F06-4B86-D2CE43C8A719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ns2:creationId id="{285434A7-EF21-BD29-39F0-DBF40D524D86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377085307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1699EAC9-E2C5-ECC8-0A99-85452699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ns2:creationId id="{675066D5-CB42-B70F-2F2A-35C8A8782A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ns2:creationId id="{427E1327-4F38-3144-8C28-4C5946D348B2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ns2:creationId id="{1F96D8F5-0BF6-986C-3E55-4F487B0E4DC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ns2:creationId id="{BA93D6B8-B5AA-E138-7F59-C7B52B51FA4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ns2:creationId id="{8C40D81B-45AF-4C6D-0313-284C57842708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ns2:creationId id="{3B374290-4EB7-410C-B6D6-857F4BCBF867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ns2:creationId id="{089A10E0-07E0-89B5-42A9-A292DD3BA4F2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ns2:creationId id="{D78E3F9C-05E2-6BCF-A88B-B2D0116F059A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ns2:creationId id="{4E6A4D27-93FE-ECCC-B5FF-70250496335A}"/>
              </a:ext>
            </a:extLst>
          </p:cNvPr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ns2:creationId id="{DC9AC9CF-227F-4517-B51F-561DCAC33CA5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ns2:creationId id="{01C5E8BF-CD9F-16EC-0115-E0F1C249562C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ns2:creationId id="{1196D540-BC4A-8B3C-82A4-83DCC68DAC83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ns2:creationId id="{B36ED4FE-EE33-E0DE-0CB5-8D650A2DFE8B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ns2:creationId id="{EBB2A192-6930-636A-BBD2-94BC2D22539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ns2:creationId id="{02101CB4-C579-4379-6E5A-413A8D76E2FD}"/>
              </a:ext>
            </a:extLst>
          </p:cNvPr>
          <p:cNvSpPr>
            <a:spLocks noGrp="1"/>
          </p:cNvSpPr>
          <p:nvPr>
            <p:ph type="body" sz="quarter" idx="1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ns2:creationId id="{73DD93C1-1FF5-2AD9-F455-23578F5427A2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ns2:creationId id="{B63DC4CD-0ED9-ECDD-5AF2-0BB874753A0F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ns2:creationId id="{1B34F1C3-5C1A-7309-EF7F-E525DA1AECC4}"/>
              </a:ext>
            </a:extLst>
          </p:cNvPr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ns2:creationId id="{AA44A2BC-C070-6F5A-DB62-A0D18D933A5B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ns2:creationId id="{0CEBB7DC-22CF-ED46-23C1-CE6AE26D75B8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ns2:creationId id="{BFE57708-C046-4240-1EEB-04086CBFF7CE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ns2:creationId id="{D98276DC-7643-45B7-85B0-2FD9DC1FD35F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</p:sp>
      <p:sp>
        <p:nvSpPr>
          <p:cNvPr id="25" name="Text Placeholder 24">
            <a:extLst>
              <a:ext uri="{FF2B5EF4-FFF2-40B4-BE49-F238E27FC236}">
                <ns2:creationId id="{D5750058-147E-5F50-84C1-9BC4783CAAAF}"/>
              </a:ext>
            </a:extLst>
          </p:cNvPr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ns2:creationId id="{3155BF01-34C8-70BE-8304-8E006BF4FDF8}"/>
              </a:ext>
            </a:extLst>
          </p:cNvPr>
          <p:cNvSpPr>
            <a:spLocks noGrp="1"/>
          </p:cNvSpPr>
          <p:nvPr>
            <p:ph type="pic" sz="quarter" idx="143"/>
          </p:nvPr>
        </p:nvSpPr>
        <p:spPr/>
      </p:sp>
      <p:sp>
        <p:nvSpPr>
          <p:cNvPr id="27" name="Text Placeholder 26">
            <a:extLst>
              <a:ext uri="{FF2B5EF4-FFF2-40B4-BE49-F238E27FC236}">
                <ns2:creationId id="{55B329C4-B668-C398-B21E-AE7A7F3821B6}"/>
              </a:ext>
            </a:extLst>
          </p:cNvPr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ns2:creationId id="{3C2DA95A-3973-FC84-0F10-871A367F8A0A}"/>
              </a:ext>
            </a:extLst>
          </p:cNvPr>
          <p:cNvSpPr>
            <a:spLocks noGrp="1"/>
          </p:cNvSpPr>
          <p:nvPr>
            <p:ph type="pic" sz="quarter" idx="145"/>
          </p:nvPr>
        </p:nvSpPr>
        <p:spPr/>
      </p:sp>
      <p:sp>
        <p:nvSpPr>
          <p:cNvPr id="29" name="Text Placeholder 28">
            <a:extLst>
              <a:ext uri="{FF2B5EF4-FFF2-40B4-BE49-F238E27FC236}">
                <ns2:creationId id="{E5893822-4693-6A7E-37C7-458BAD2D22F0}"/>
              </a:ext>
            </a:extLst>
          </p:cNvPr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ns2:creationId id="{F639DCE5-5FF9-5103-61E3-93FDB4BE8991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/>
      </p:sp>
      <p:sp>
        <p:nvSpPr>
          <p:cNvPr id="31" name="Text Placeholder 30">
            <a:extLst>
              <a:ext uri="{FF2B5EF4-FFF2-40B4-BE49-F238E27FC236}">
                <ns2:creationId id="{8A2D8E07-7163-9AAF-7673-97AE6CDF16E2}"/>
              </a:ext>
            </a:extLst>
          </p:cNvPr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ns2:creationId id="{9705731B-E356-9AC3-3EC7-521CE4D1DD21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934293675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517156A0-CB95-A2C7-AD20-BA048C6C1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ns2:creationId id="{1A120CFF-6E0E-8792-C38B-2794AE4A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ns2:creationId id="{63F66A1C-C92C-8DF7-B4C7-F43BF2281D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Picture Placeholder 4">
            <a:extLst>
              <a:ext uri="{FF2B5EF4-FFF2-40B4-BE49-F238E27FC236}">
                <ns2:creationId id="{D6EE453E-3FF4-68E6-FE19-11B4C45872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6" name="Picture Placeholder 5">
            <a:extLst>
              <a:ext uri="{FF2B5EF4-FFF2-40B4-BE49-F238E27FC236}">
                <ns2:creationId id="{5820F6C7-1DCC-704C-2FE8-0745320C8F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ns3:creationId val="644936481"/>
      </p:ext>
    </p:extLst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Akila template theme">
  <a:themeElements>
    <a:clrScheme name="自定义 16">
      <a:dk1>
        <a:srgbClr val="1E2856"/>
      </a:dk1>
      <a:lt1>
        <a:srgbClr val="FFFFFF"/>
      </a:lt1>
      <a:dk2>
        <a:srgbClr val="1D2854"/>
      </a:dk2>
      <a:lt2>
        <a:srgbClr val="F0F8FF"/>
      </a:lt2>
      <a:accent1>
        <a:srgbClr val="3859EA"/>
      </a:accent1>
      <a:accent2>
        <a:srgbClr val="3859EA"/>
      </a:accent2>
      <a:accent3>
        <a:srgbClr val="EAF0FE"/>
      </a:accent3>
      <a:accent4>
        <a:srgbClr val="45C5CC"/>
      </a:accent4>
      <a:accent5>
        <a:srgbClr val="B523B9"/>
      </a:accent5>
      <a:accent6>
        <a:srgbClr val="E2B169"/>
      </a:accent6>
      <a:hlink>
        <a:srgbClr val="D5D5D5"/>
      </a:hlink>
      <a:folHlink>
        <a:srgbClr val="C3DFFF"/>
      </a:folHlink>
    </a:clrScheme>
    <a:fontScheme name="Cambria">
      <a:majorFont>
        <a:latin typeface="Clarity City" panose="02040503050406030204"/>
        <a:ea typeface="OPPOSans B"/>
        <a:cs typeface="OPPOSans B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larity City" panose="02040503050406030204"/>
        <a:ea typeface="OPPOSans R"/>
        <a:cs typeface="OPPOSans R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Akila template theme" id="{80C83903-A1DC-324E-B6BE-027F3B589F5C}" vid="{20915211-67BB-9648-8519-13EE63DA3C0F}"/>
    </a:ext>
  </a:extLst>
</a:theme>
</file>

<file path=ppt/theme/theme2.xml><?xml version="1.0" encoding="utf-8"?>
<a:theme xmlns:a="http://schemas.openxmlformats.org/drawingml/2006/main" xmlns:ns1="http://schemas.microsoft.com/office/thememl/2012/main" name="Content">
  <a:themeElements>
    <a:clrScheme name="自定义 16">
      <a:dk1>
        <a:srgbClr val="1E2856"/>
      </a:dk1>
      <a:lt1>
        <a:srgbClr val="FFFFFF"/>
      </a:lt1>
      <a:dk2>
        <a:srgbClr val="1D2854"/>
      </a:dk2>
      <a:lt2>
        <a:srgbClr val="F0F8FF"/>
      </a:lt2>
      <a:accent1>
        <a:srgbClr val="3859EA"/>
      </a:accent1>
      <a:accent2>
        <a:srgbClr val="3859EA"/>
      </a:accent2>
      <a:accent3>
        <a:srgbClr val="EAF0FE"/>
      </a:accent3>
      <a:accent4>
        <a:srgbClr val="45C5CC"/>
      </a:accent4>
      <a:accent5>
        <a:srgbClr val="B523B9"/>
      </a:accent5>
      <a:accent6>
        <a:srgbClr val="E2B169"/>
      </a:accent6>
      <a:hlink>
        <a:srgbClr val="D5D5D5"/>
      </a:hlink>
      <a:folHlink>
        <a:srgbClr val="C3DFFF"/>
      </a:folHlink>
    </a:clrScheme>
    <a:fontScheme name="Cambria">
      <a:majorFont>
        <a:latin typeface="Clarity City" panose="02040503050406030204"/>
        <a:ea typeface="OPPOSans B"/>
        <a:cs typeface="OPPOSans B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larity City" panose="02040503050406030204"/>
        <a:ea typeface="OPPOSans R"/>
        <a:cs typeface="OPPOSans R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xmlns:ns1="http://schemas.microsoft.com/office/thememl/2012/main" name="Akila layout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larity City"/>
        <a:ea typeface="OPPOSans B"/>
        <a:cs typeface="OPPOSans B"/>
      </a:majorFont>
      <a:minorFont>
        <a:latin typeface="Clarity City"/>
        <a:ea typeface="OPPOSans R"/>
        <a:cs typeface="OPPOSans 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DC6D2332A1441B0C5557872E7982F" ma:contentTypeVersion="16" ma:contentTypeDescription="Create a new document." ma:contentTypeScope="" ma:versionID="7f0a5b0a4caee8fb1664239286da5957">
  <xsd:schema xmlns:xsd="http://www.w3.org/2001/XMLSchema" xmlns:xs="http://www.w3.org/2001/XMLSchema" xmlns:p="http://schemas.microsoft.com/office/2006/metadata/properties" xmlns:ns2="78fcec1e-11c8-4be2-8360-60180dcf2397" xmlns:ns3="661e9c1f-5099-4ab2-8640-24e96e39a8bf" targetNamespace="http://schemas.microsoft.com/office/2006/metadata/properties" ma:root="true" ma:fieldsID="4abe52331da0205d2fff4ef90859f4ea" ns2:_="" ns3:_="">
    <xsd:import namespace="78fcec1e-11c8-4be2-8360-60180dcf2397"/>
    <xsd:import namespace="661e9c1f-5099-4ab2-8640-24e96e39a8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_x5927__x5c0f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fcec1e-11c8-4be2-8360-60180dcf23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062a4c8-73ef-4b08-9661-10238e5726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5927__x5c0f_" ma:index="23" nillable="true" ma:displayName="大小" ma:format="Thumbnail" ma:internalName="_x5927__x5c0f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1e9c1f-5099-4ab2-8640-24e96e39a8b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8e639a3-d06a-4981-a609-4b93653ac5ce}" ma:internalName="TaxCatchAll" ma:showField="CatchAllData" ma:web="661e9c1f-5099-4ab2-8640-24e96e39a8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fcec1e-11c8-4be2-8360-60180dcf2397">
      <Terms xmlns="http://schemas.microsoft.com/office/infopath/2007/PartnerControls"/>
    </lcf76f155ced4ddcb4097134ff3c332f>
    <TaxCatchAll xmlns="661e9c1f-5099-4ab2-8640-24e96e39a8bf" xsi:nil="true"/>
    <_x5927__x5c0f_ xmlns="78fcec1e-11c8-4be2-8360-60180dcf2397" xsi:nil="true"/>
  </documentManagement>
</p:properties>
</file>

<file path=customXml/itemProps1.xml><?xml version="1.0" encoding="utf-8"?>
<ds:datastoreItem xmlns:ds="http://schemas.openxmlformats.org/officeDocument/2006/customXml" ds:itemID="{6BD180DB-0DB8-4E68-A064-F3B9FBD7401B}"/>
</file>

<file path=customXml/itemProps2.xml><?xml version="1.0" encoding="utf-8"?>
<ds:datastoreItem xmlns:ds="http://schemas.openxmlformats.org/officeDocument/2006/customXml" ds:itemID="{5258456A-1AC1-4A93-AFE7-0F9931B2B4ED}"/>
</file>

<file path=customXml/itemProps3.xml><?xml version="1.0" encoding="utf-8"?>
<ds:datastoreItem xmlns:ds="http://schemas.openxmlformats.org/officeDocument/2006/customXml" ds:itemID="{66CC0267-2011-4388-8B0B-5FF91C7A8E13}"/>
</file>

<file path=docMetadata/LabelInfo.xml><?xml version="1.0" encoding="utf-8"?>
<clbl:labelList xmlns:clbl="http://schemas.microsoft.com/office/2020/mipLabelMetadata">
  <clbl:label id="{1d105c83-9735-4a46-8510-5da0ecd202ba}" enabled="0" method="" siteId="{1d105c83-9735-4a46-8510-5da0ecd202b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Akila template theme</Template>
  <TotalTime>592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ClarityCity-Light</vt:lpstr>
      <vt:lpstr>Gotham Medium</vt:lpstr>
      <vt:lpstr>Arial</vt:lpstr>
      <vt:lpstr>Clarity City</vt:lpstr>
      <vt:lpstr>Clarity City Extra Bold</vt:lpstr>
      <vt:lpstr>Clarity City Light</vt:lpstr>
      <vt:lpstr>Clarity City Medium</vt:lpstr>
      <vt:lpstr>Clarity City Semi Bold</vt:lpstr>
      <vt:lpstr>Akila template theme</vt:lpstr>
      <vt:lpstr>Content</vt:lpstr>
      <vt:lpstr>Akila layout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Bali</dc:creator>
  <cp:lastModifiedBy>Bali</cp:lastModifiedBy>
  <cp:revision>33</cp:revision>
  <dcterms:created xsi:type="dcterms:W3CDTF">2026-08-27T06:58:00Z</dcterms:created>
  <dcterms:modified xsi:type="dcterms:W3CDTF">2026-08-28T09:30:25Z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0x0101007D9DC6D2332A1441B0C5557872E7982F</vt:lpwstr>
  </property>
</Properties>
</file>